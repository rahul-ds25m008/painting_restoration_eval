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bd29a48e0944d9" /><Relationship Type="http://schemas.openxmlformats.org/officeDocument/2006/relationships/extended-properties" Target="/docProps/app.xml" Id="R25d9cca454ec40f9" /><Relationship Type="http://schemas.openxmlformats.org/officeDocument/2006/relationships/officeDocument" Target="/ppt/presentation.xml" Id="R2d0e54ff9e074f37" /></Relationships>
</file>

<file path=ppt/presentation.xml><?xml version="1.0" encoding="utf-8"?>
<p:presentation xmlns:p="http://schemas.openxmlformats.org/presentationml/2006/main">
  <p:sldMasterIdLst>
    <p:sldMasterId xmlns:r="http://schemas.openxmlformats.org/officeDocument/2006/relationships" id="2147483648" r:id="R6bc351fe2b644e21"/>
  </p:sldMasterIdLst>
  <p:notesMasterIdLst>
    <p:notesMasterId xmlns:r="http://schemas.openxmlformats.org/officeDocument/2006/relationships" r:id="Rb790f76831c14c59"/>
  </p:notesMasterIdLst>
  <p:sldIdLst>
    <p:sldId xmlns:r="http://schemas.openxmlformats.org/officeDocument/2006/relationships" id="256" r:id="R9739119cfa1441c7"/>
    <p:sldId xmlns:r="http://schemas.openxmlformats.org/officeDocument/2006/relationships" id="257" r:id="R52724ad158c34e2b"/>
    <p:sldId xmlns:r="http://schemas.openxmlformats.org/officeDocument/2006/relationships" id="258" r:id="Ra18f38b76c244f1d"/>
    <p:sldId xmlns:r="http://schemas.openxmlformats.org/officeDocument/2006/relationships" id="259" r:id="R6b0b67cd4a764f81"/>
    <p:sldId xmlns:r="http://schemas.openxmlformats.org/officeDocument/2006/relationships" id="260" r:id="R30fc1f95fbc041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0206134b6684300" /><Relationship Type="http://schemas.openxmlformats.org/officeDocument/2006/relationships/slideMaster" Target="/ppt/slideMasters/slideMaster1.xml" Id="R6bc351fe2b644e21" /><Relationship Type="http://schemas.openxmlformats.org/officeDocument/2006/relationships/notesMaster" Target="/ppt/notesMasters/notesMaster1.xml" Id="Rb790f76831c14c59" /><Relationship Type="http://schemas.openxmlformats.org/officeDocument/2006/relationships/presProps" Target="/ppt/presProps.xml" Id="Rabac55bf434e4a9b" /><Relationship Type="http://schemas.openxmlformats.org/officeDocument/2006/relationships/tableStyles" Target="/ppt/tableStyles.xml" Id="R91e569599ffb4749" /><Relationship Type="http://schemas.openxmlformats.org/officeDocument/2006/relationships/slide" Target="/ppt/slides/slide1.xml" Id="R9739119cfa1441c7" /><Relationship Type="http://schemas.openxmlformats.org/officeDocument/2006/relationships/slide" Target="/ppt/slides/slide2.xml" Id="R52724ad158c34e2b" /><Relationship Type="http://schemas.openxmlformats.org/officeDocument/2006/relationships/slide" Target="/ppt/slides/slide3.xml" Id="Ra18f38b76c244f1d" /><Relationship Type="http://schemas.openxmlformats.org/officeDocument/2006/relationships/slide" Target="/ppt/slides/slide4.xml" Id="R6b0b67cd4a764f81" /><Relationship Type="http://schemas.openxmlformats.org/officeDocument/2006/relationships/slide" Target="/ppt/slides/slide5.xml" Id="R30fc1f95fbc041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3117650c1f46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1073a1a9814f27" /><Relationship Type="http://schemas.openxmlformats.org/officeDocument/2006/relationships/notesMaster" Target="/ppt/notesMasters/notesMaster1.xml" Id="Re3f0056cd17b4a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7ac82b2cacb4d37" /><Relationship Type="http://schemas.openxmlformats.org/officeDocument/2006/relationships/notesMaster" Target="/ppt/notesMasters/notesMaster1.xml" Id="R52d2825ac95a49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220a2a69a84a2d" /><Relationship Type="http://schemas.openxmlformats.org/officeDocument/2006/relationships/notesMaster" Target="/ppt/notesMasters/notesMaster1.xml" Id="R995dfeec38ba45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39c9e3a3704090" /><Relationship Type="http://schemas.openxmlformats.org/officeDocument/2006/relationships/notesMaster" Target="/ppt/notesMasters/notesMaster1.xml" Id="Rb85b3b6982174e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dc43b0a6474bf1" /><Relationship Type="http://schemas.openxmlformats.org/officeDocument/2006/relationships/notesMaster" Target="/ppt/notesMasters/notesMaster1.xml" Id="R54f4a251fc5f44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Start with the three-image sequence. A restoration can look convincing at presentation size and still alter structure, colour, texture or the repair boundary. The thesis therefore treats metrics as complementary diagnostic evidence.</a:t>
            </a:r>
          </a:p>
          <a:p xmlns:a="http://schemas.openxmlformats.org/drawingml/2006/main">
            <a:r>
              <a:t/>
            </a:r>
          </a:p>
          <a:p xmlns:a="http://schemas.openxmlformats.org/drawingml/2006/main">
            <a:r>
              <a:t>Sources: docs/proposal/Rahul_Thesis_Proposal.docx; outputs/02_image_preprocessing/images/clean/p018.png; outputs/04_canonical_damaged_image_generation/images/damaged/p018/mixed_damage.png; outputs/10_lama_restoration/images/restored/canonical_missing_region/canonical__p018__mixed_damage.png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Read the short labels first, then state the full questions. RQ1 asks what is gained beyond classic similarity. RQ2 asks how the methods differ under controlled conditions. RQ3 asks what repeated stochastic candidates reveal about stability, without equating agreement with correctness.</a:t>
            </a:r>
          </a:p>
          <a:p xmlns:a="http://schemas.openxmlformats.org/drawingml/2006/main">
            <a:r>
              <a:t/>
            </a:r>
          </a:p>
          <a:p xmlns:a="http://schemas.openxmlformats.org/drawingml/2006/main">
            <a:r>
              <a:t>Source: docs/proposal/Rahul_Thesis_Proposal.docx, Research Questions and Hypotheses.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Walk from left to right. The normalized reference receives controlled damage, the selected method produces a restoration candidate, and spatial diagnostics show where the repair and its boundary require closer inspection. The lower half summarizes the complementary evidence families. Stable Diffusion varies seeds 2026 to 2029 within fixed groups. Telea, LaMa and HINT are deterministic, so they are examined through sensitivity and robustness rather than repeated-seed uncertainty.</a:t>
            </a:r>
          </a:p>
          <a:p xmlns:a="http://schemas.openxmlformats.org/drawingml/2006/main">
            <a:r>
              <a:t/>
            </a:r>
          </a:p>
          <a:p xmlns:a="http://schemas.openxmlformats.org/drawingml/2006/main">
            <a:r>
              <a:t>Sources: docs/proposal/Rahul_Thesis_Proposal.docx; outputs/02_image_preprocessing/images/clean/p018.png; outputs/04_canonical_damaged_image_generation/images/damaged/p018/mixed_damage.png; outputs/10_lama_restoration/images/restored/canonical_missing_region/canonical__p018__mixed_damage.png; outputs/16_difference_maps_and_spatial_diagnostics/images/maps/lama/spm_e5f9511cc6c7d95a/spatial_overlay.png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The current plan expands the validated controlled design to 300 paintings, balanced as 60 per broad visual category. Images are normalized to a 768 by 768 RGB canvas with aspect ratio, padding and content bounds recorded. Canonical damage covers the full collection; size and mask robustness experiments use smaller balanced cohorts. Procedural effects are separated from restoration eligibility so global degradations are not falsely presented as masked inpainting tasks.</a:t>
            </a:r>
          </a:p>
          <a:p xmlns:a="http://schemas.openxmlformats.org/drawingml/2006/main">
            <a:r>
              <a:t/>
            </a:r>
          </a:p>
          <a:p xmlns:a="http://schemas.openxmlformats.org/drawingml/2006/main">
            <a:r>
              <a:t>Sources: docs/proposal/Rahul_Thesis_Proposal.docx; representative normalized images from outputs/02_image_preprocessing/images/clean/.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Emphasize the review gates and the dependency between dataset preparation, method setup, evaluation and writing. The schedule remains proposal-facing and conservative. Exact milestones in the proposal run from the thesis start on 10 June 2026 to the paper or extended abstract on 15 June 2027.</a:t>
            </a:r>
          </a:p>
          <a:p xmlns:a="http://schemas.openxmlformats.org/drawingml/2006/main">
            <a:r>
              <a:t/>
            </a:r>
          </a:p>
          <a:p xmlns:a="http://schemas.openxmlformats.org/drawingml/2006/main">
            <a:r>
              <a:t>Source: docs/proposal/Rahul_Thesis_Proposal.docx, Timetable and Project Bar Chart.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664463a7c5458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6dc0f051524110" /><Relationship Type="http://schemas.openxmlformats.org/officeDocument/2006/relationships/slideLayout" Target="/ppt/slideLayouts/slideLayout1.xml" Id="R62dee88805924b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dee88805924b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7dafd5da9f54025" /><Relationship Type="http://schemas.openxmlformats.org/officeDocument/2006/relationships/image" Target="/ppt/media/image.png" Id="R2bff86f2865b4ac4" /><Relationship Type="http://schemas.openxmlformats.org/officeDocument/2006/relationships/image" Target="/ppt/media/image2.png" Id="R0bbb03c4c5244120" /><Relationship Type="http://schemas.openxmlformats.org/officeDocument/2006/relationships/image" Target="/ppt/media/image3.png" Id="R95f4f46340da476c" /><Relationship Type="http://schemas.openxmlformats.org/officeDocument/2006/relationships/notesSlide" Target="/ppt/notesSlides/notesSlide1.xml" Id="Rfbbdb30135ca43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bf64a4dd384140" /><Relationship Type="http://schemas.openxmlformats.org/officeDocument/2006/relationships/notesSlide" Target="/ppt/notesSlides/notesSlide2.xml" Id="Re35cfb5be5f044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042eebe99d644fc" /><Relationship Type="http://schemas.openxmlformats.org/officeDocument/2006/relationships/image" Target="/ppt/media/image4.png" Id="R0ba9dae64947445c" /><Relationship Type="http://schemas.openxmlformats.org/officeDocument/2006/relationships/image" Target="/ppt/media/image5.png" Id="Rf228eebd68f94c2d" /><Relationship Type="http://schemas.openxmlformats.org/officeDocument/2006/relationships/image" Target="/ppt/media/image6.png" Id="R88f800d4bf234a84" /><Relationship Type="http://schemas.openxmlformats.org/officeDocument/2006/relationships/image" Target="/ppt/media/image7.png" Id="R03eac1593e2741a0" /><Relationship Type="http://schemas.openxmlformats.org/officeDocument/2006/relationships/notesSlide" Target="/ppt/notesSlides/notesSlide3.xml" Id="Ree0d1439128c41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07a0e362b664e7d" /><Relationship Type="http://schemas.openxmlformats.org/officeDocument/2006/relationships/image" Target="/ppt/media/image8.png" Id="R81d0f240c63b4b8c" /><Relationship Type="http://schemas.openxmlformats.org/officeDocument/2006/relationships/image" Target="/ppt/media/image9.png" Id="Rc30859e5a9b545d5" /><Relationship Type="http://schemas.openxmlformats.org/officeDocument/2006/relationships/image" Target="/ppt/media/image10.png" Id="Ref26bbb6627c4ed0" /><Relationship Type="http://schemas.openxmlformats.org/officeDocument/2006/relationships/image" Target="/ppt/media/image11.png" Id="R804675606a0f4f3d" /><Relationship Type="http://schemas.openxmlformats.org/officeDocument/2006/relationships/image" Target="/ppt/media/image12.png" Id="R0c2c53daee1645ce" /><Relationship Type="http://schemas.openxmlformats.org/officeDocument/2006/relationships/notesSlide" Target="/ppt/notesSlides/notesSlide4.xml" Id="R4de27cc9ae5b4d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f402288697745f4" /><Relationship Type="http://schemas.openxmlformats.org/officeDocument/2006/relationships/notesSlide" Target="/ppt/notesSlides/notesSlide5.xml" Id="R7cd22c03db3e498c" /></Relationships>
</file>

<file path=ppt/slides/slide1.xml><?xml version="1.0" encoding="utf-8"?>
<p:sld xmlns:p="http://schemas.openxmlformats.org/presentationml/2006/main">
  <p:cSld>
    <p:bg>
      <p:bgPr>
        <a:solidFill xmlns:a="http://schemas.openxmlformats.org/drawingml/2006/main">
          <a:srgbClr val="F4EED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91B1CAA5-F960-4202-8EE7-CBB75B74A46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83B3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7BAA4B1-1EB8-491A-A926-82E7B39ACF54}"/>
              </a:ext>
            </a:extLst>
          </p:cNvPr>
          <p:cNvSpPr>
            <a:spLocks xmlns:a="http://schemas.openxmlformats.org/drawingml/2006/main" noGrp="1"/>
          </p:cNvSpPr>
          <p:nvPr/>
        </p:nvSpPr>
        <p:spPr>
          <a:xfrm xmlns:a="http://schemas.openxmlformats.org/drawingml/2006/main">
            <a:off x="533400" y="285750"/>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A9492D"/>
                </a:solidFill>
                <a:latin typeface="Arial"/>
                <a:ea typeface="Arial"/>
                <a:cs typeface="Arial"/>
              </a:defRPr>
            </a:pPr>
            <a:r>
              <a:rPr sz="900" b="1" i="0">
                <a:solidFill>
                  <a:srgbClr val="A9492D"/>
                </a:solidFill>
                <a:latin typeface="Arial"/>
                <a:ea typeface="Arial"/>
                <a:cs typeface="Arial"/>
              </a:rPr>
              <a:t>01  /  PROPOSAL</a:t>
            </a:r>
          </a:p>
        </p:txBody>
      </p:sp>
      <p:sp>
        <p:nvSpPr>
          <p:cNvPr id="3" name="">
            <a:extLst xmlns:a="http://schemas.openxmlformats.org/drawingml/2006/main">
              <a:ext uri="{FF2B5EF4-FFF2-40B4-BE49-F238E27FC236}">
                <a16:creationId xmlns:a16="http://schemas.microsoft.com/office/drawing/2014/main" id="{C401BA0F-E5BE-455A-AC3D-3BFA1236BF70}"/>
              </a:ext>
            </a:extLst>
          </p:cNvPr>
          <p:cNvSpPr>
            <a:spLocks xmlns:a="http://schemas.openxmlformats.org/drawingml/2006/main" noGrp="1"/>
          </p:cNvSpPr>
          <p:nvPr/>
        </p:nvSpPr>
        <p:spPr>
          <a:xfrm xmlns:a="http://schemas.openxmlformats.org/drawingml/2006/main">
            <a:off x="533400" y="54292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700" b="0" i="0">
                <a:solidFill>
                  <a:srgbClr val="183B32"/>
                </a:solidFill>
                <a:latin typeface="Georgia"/>
                <a:ea typeface="Georgia"/>
                <a:cs typeface="Georgia"/>
              </a:defRPr>
            </a:pPr>
            <a:r>
              <a:rPr sz="2700" b="0" i="0">
                <a:solidFill>
                  <a:srgbClr val="183B32"/>
                </a:solidFill>
                <a:latin typeface="Georgia"/>
                <a:ea typeface="Georgia"/>
                <a:cs typeface="Georgia"/>
              </a:rPr>
              <a:t>Motivation</a:t>
            </a:r>
          </a:p>
        </p:txBody>
      </p:sp>
      <p:sp>
        <p:nvSpPr>
          <p:cNvPr id="4" name="">
            <a:extLst xmlns:a="http://schemas.openxmlformats.org/drawingml/2006/main">
              <a:ext uri="{FF2B5EF4-FFF2-40B4-BE49-F238E27FC236}">
                <a16:creationId xmlns:a16="http://schemas.microsoft.com/office/drawing/2014/main" id="{3F31F11A-6AEE-40EC-B59B-A3217105AE00}"/>
              </a:ext>
            </a:extLst>
          </p:cNvPr>
          <p:cNvSpPr>
            <a:spLocks xmlns:a="http://schemas.openxmlformats.org/drawingml/2006/main" noGrp="1"/>
          </p:cNvSpPr>
          <p:nvPr/>
        </p:nvSpPr>
        <p:spPr>
          <a:xfrm xmlns:a="http://schemas.openxmlformats.org/drawingml/2006/main">
            <a:off x="7810500" y="590550"/>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75" b="0" i="1">
                <a:solidFill>
                  <a:srgbClr val="716B60"/>
                </a:solidFill>
                <a:latin typeface="Georgia"/>
                <a:ea typeface="Georgia"/>
                <a:cs typeface="Georgia"/>
              </a:defRPr>
            </a:pPr>
            <a:r>
              <a:rPr sz="1275" b="0" i="1">
                <a:solidFill>
                  <a:srgbClr val="716B60"/>
                </a:solidFill>
                <a:latin typeface="Georgia"/>
                <a:ea typeface="Georgia"/>
                <a:cs typeface="Georgia"/>
              </a:rPr>
              <a:t>A plausible image can still be a poor restoration.</a:t>
            </a:r>
          </a:p>
        </p:txBody>
      </p:sp>
      <p:sp>
        <p:nvSpPr>
          <p:cNvPr id="5" name="">
            <a:extLst xmlns:a="http://schemas.openxmlformats.org/drawingml/2006/main">
              <a:ext uri="{FF2B5EF4-FFF2-40B4-BE49-F238E27FC236}">
                <a16:creationId xmlns:a16="http://schemas.microsoft.com/office/drawing/2014/main" id="{244C20FE-C5F5-49B8-8027-DE42DDCCA28B}"/>
              </a:ext>
            </a:extLst>
          </p:cNvPr>
          <p:cNvSpPr>
            <a:spLocks xmlns:a="http://schemas.openxmlformats.org/drawingml/2006/main" noGrp="1"/>
          </p:cNvSpPr>
          <p:nvPr/>
        </p:nvSpPr>
        <p:spPr>
          <a:xfrm xmlns:a="http://schemas.openxmlformats.org/drawingml/2006/main">
            <a:off x="533400" y="1104900"/>
            <a:ext cx="11087100" cy="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6" name="">
            <a:extLst xmlns:a="http://schemas.openxmlformats.org/drawingml/2006/main">
              <a:ext uri="{FF2B5EF4-FFF2-40B4-BE49-F238E27FC236}">
                <a16:creationId xmlns:a16="http://schemas.microsoft.com/office/drawing/2014/main" id="{C446E502-B2DD-4554-8116-9C60A4B26E2F}"/>
              </a:ext>
            </a:extLst>
          </p:cNvPr>
          <p:cNvSpPr>
            <a:spLocks xmlns:a="http://schemas.openxmlformats.org/drawingml/2006/main" noGrp="1"/>
          </p:cNvSpPr>
          <p:nvPr/>
        </p:nvSpPr>
        <p:spPr>
          <a:xfrm xmlns:a="http://schemas.openxmlformats.org/drawingml/2006/main">
            <a:off x="533400" y="1333500"/>
            <a:ext cx="4524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i="0">
                <a:solidFill>
                  <a:srgbClr val="183B32"/>
                </a:solidFill>
                <a:latin typeface="Georgia"/>
                <a:ea typeface="Georgia"/>
                <a:cs typeface="Georgia"/>
              </a:defRPr>
            </a:pPr>
            <a:r>
              <a:rPr sz="2100" b="0" i="0">
                <a:solidFill>
                  <a:srgbClr val="183B32"/>
                </a:solidFill>
                <a:latin typeface="Georgia"/>
                <a:ea typeface="Georgia"/>
                <a:cs typeface="Georgia"/>
              </a:rPr>
              <a:t>Restoration quality is local, multi-dimensional and easy to misread.</a:t>
            </a:r>
          </a:p>
        </p:txBody>
      </p:sp>
      <p:sp>
        <p:nvSpPr>
          <p:cNvPr id="7" name="">
            <a:extLst xmlns:a="http://schemas.openxmlformats.org/drawingml/2006/main">
              <a:ext uri="{FF2B5EF4-FFF2-40B4-BE49-F238E27FC236}">
                <a16:creationId xmlns:a16="http://schemas.microsoft.com/office/drawing/2014/main" id="{213786E6-E511-4143-A5ED-E810616F66B8}"/>
              </a:ext>
            </a:extLst>
          </p:cNvPr>
          <p:cNvSpPr>
            <a:spLocks xmlns:a="http://schemas.openxmlformats.org/drawingml/2006/main" noGrp="1"/>
          </p:cNvSpPr>
          <p:nvPr/>
        </p:nvSpPr>
        <p:spPr>
          <a:xfrm xmlns:a="http://schemas.openxmlformats.org/drawingml/2006/main">
            <a:off x="533400" y="253365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i="0">
                <a:solidFill>
                  <a:srgbClr val="272923"/>
                </a:solidFill>
                <a:latin typeface="Arial"/>
                <a:ea typeface="Arial"/>
                <a:cs typeface="Arial"/>
              </a:defRPr>
            </a:pPr>
            <a:r>
              <a:rPr sz="1275" b="0" i="0">
                <a:solidFill>
                  <a:srgbClr val="272923"/>
                </a:solidFill>
                <a:latin typeface="Arial"/>
                <a:ea typeface="Arial"/>
                <a:cs typeface="Arial"/>
              </a:rPr>
              <a:t>Traditional whole-image similarity can reward a visually smooth result while hiding errors inside the repaired area or along its boundary.</a:t>
            </a:r>
          </a:p>
        </p:txBody>
      </p:sp>
      <p:sp>
        <p:nvSpPr>
          <p:cNvPr id="8" name="">
            <a:extLst xmlns:a="http://schemas.openxmlformats.org/drawingml/2006/main">
              <a:ext uri="{FF2B5EF4-FFF2-40B4-BE49-F238E27FC236}">
                <a16:creationId xmlns:a16="http://schemas.microsoft.com/office/drawing/2014/main" id="{D253E3AE-9DEA-4048-B752-6E15CE54ABA3}"/>
              </a:ext>
            </a:extLst>
          </p:cNvPr>
          <p:cNvSpPr>
            <a:spLocks xmlns:a="http://schemas.openxmlformats.org/drawingml/2006/main" noGrp="1"/>
          </p:cNvSpPr>
          <p:nvPr/>
        </p:nvSpPr>
        <p:spPr>
          <a:xfrm xmlns:a="http://schemas.openxmlformats.org/drawingml/2006/main">
            <a:off x="533400" y="3457575"/>
            <a:ext cx="171450" cy="171450"/>
          </a:xfrm>
          <a:prstGeom xmlns:a="http://schemas.openxmlformats.org/drawingml/2006/main" prst="roundRect">
            <a:avLst>
              <a:gd name="adj" fmla="val 50000"/>
            </a:avLst>
          </a:prstGeom>
          <a:solidFill xmlns:a="http://schemas.openxmlformats.org/drawingml/2006/main">
            <a:srgbClr val="B68B2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BE8CA1C-B6D0-4C1E-B8EB-DE9B6F3E36BB}"/>
              </a:ext>
            </a:extLst>
          </p:cNvPr>
          <p:cNvSpPr>
            <a:spLocks xmlns:a="http://schemas.openxmlformats.org/drawingml/2006/main" noGrp="1"/>
          </p:cNvSpPr>
          <p:nvPr/>
        </p:nvSpPr>
        <p:spPr>
          <a:xfrm xmlns:a="http://schemas.openxmlformats.org/drawingml/2006/main">
            <a:off x="838200" y="3400425"/>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75" b="1" i="0">
                <a:solidFill>
                  <a:srgbClr val="183B32"/>
                </a:solidFill>
                <a:latin typeface="Arial"/>
                <a:ea typeface="Arial"/>
                <a:cs typeface="Arial"/>
              </a:defRPr>
            </a:pPr>
            <a:r>
              <a:rPr sz="1275" b="1" i="0">
                <a:solidFill>
                  <a:srgbClr val="183B32"/>
                </a:solidFill>
                <a:latin typeface="Arial"/>
                <a:ea typeface="Arial"/>
                <a:cs typeface="Arial"/>
              </a:rPr>
              <a:t>Where did the image change?</a:t>
            </a:r>
          </a:p>
        </p:txBody>
      </p:sp>
      <p:sp>
        <p:nvSpPr>
          <p:cNvPr id="10" name="">
            <a:extLst xmlns:a="http://schemas.openxmlformats.org/drawingml/2006/main">
              <a:ext uri="{FF2B5EF4-FFF2-40B4-BE49-F238E27FC236}">
                <a16:creationId xmlns:a16="http://schemas.microsoft.com/office/drawing/2014/main" id="{9046F3ED-4A34-4BAB-B49E-9C4D903F01D3}"/>
              </a:ext>
            </a:extLst>
          </p:cNvPr>
          <p:cNvSpPr>
            <a:spLocks xmlns:a="http://schemas.openxmlformats.org/drawingml/2006/main" noGrp="1"/>
          </p:cNvSpPr>
          <p:nvPr/>
        </p:nvSpPr>
        <p:spPr>
          <a:xfrm xmlns:a="http://schemas.openxmlformats.org/drawingml/2006/main">
            <a:off x="838200" y="366712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i="0">
                <a:solidFill>
                  <a:srgbClr val="716B60"/>
                </a:solidFill>
                <a:latin typeface="Arial"/>
                <a:ea typeface="Arial"/>
                <a:cs typeface="Arial"/>
              </a:defRPr>
            </a:pPr>
            <a:r>
              <a:rPr sz="1050" b="0" i="0">
                <a:solidFill>
                  <a:srgbClr val="716B60"/>
                </a:solidFill>
                <a:latin typeface="Arial"/>
                <a:ea typeface="Arial"/>
                <a:cs typeface="Arial"/>
              </a:rPr>
              <a:t>damaged region, boundary and unchanged context</a:t>
            </a:r>
          </a:p>
        </p:txBody>
      </p:sp>
      <p:sp>
        <p:nvSpPr>
          <p:cNvPr id="11" name="">
            <a:extLst xmlns:a="http://schemas.openxmlformats.org/drawingml/2006/main">
              <a:ext uri="{FF2B5EF4-FFF2-40B4-BE49-F238E27FC236}">
                <a16:creationId xmlns:a16="http://schemas.microsoft.com/office/drawing/2014/main" id="{85368220-74FA-48E9-9A45-2BABD2FEF0F7}"/>
              </a:ext>
            </a:extLst>
          </p:cNvPr>
          <p:cNvSpPr>
            <a:spLocks xmlns:a="http://schemas.openxmlformats.org/drawingml/2006/main" noGrp="1"/>
          </p:cNvSpPr>
          <p:nvPr/>
        </p:nvSpPr>
        <p:spPr>
          <a:xfrm xmlns:a="http://schemas.openxmlformats.org/drawingml/2006/main">
            <a:off x="533400" y="4152900"/>
            <a:ext cx="171450" cy="171450"/>
          </a:xfrm>
          <a:prstGeom xmlns:a="http://schemas.openxmlformats.org/drawingml/2006/main" prst="roundRect">
            <a:avLst>
              <a:gd name="adj" fmla="val 50000"/>
            </a:avLst>
          </a:prstGeom>
          <a:solidFill xmlns:a="http://schemas.openxmlformats.org/drawingml/2006/main">
            <a:srgbClr val="B68B2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1E9EC40-DCF6-49EA-AD56-8FC2F601E8D0}"/>
              </a:ext>
            </a:extLst>
          </p:cNvPr>
          <p:cNvSpPr>
            <a:spLocks xmlns:a="http://schemas.openxmlformats.org/drawingml/2006/main" noGrp="1"/>
          </p:cNvSpPr>
          <p:nvPr/>
        </p:nvSpPr>
        <p:spPr>
          <a:xfrm xmlns:a="http://schemas.openxmlformats.org/drawingml/2006/main">
            <a:off x="838200" y="409575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75" b="1" i="0">
                <a:solidFill>
                  <a:srgbClr val="183B32"/>
                </a:solidFill>
                <a:latin typeface="Arial"/>
                <a:ea typeface="Arial"/>
                <a:cs typeface="Arial"/>
              </a:defRPr>
            </a:pPr>
            <a:r>
              <a:rPr sz="1275" b="1" i="0">
                <a:solidFill>
                  <a:srgbClr val="183B32"/>
                </a:solidFill>
                <a:latin typeface="Arial"/>
                <a:ea typeface="Arial"/>
                <a:cs typeface="Arial"/>
              </a:rPr>
              <a:t>What kind of evidence changed?</a:t>
            </a:r>
          </a:p>
        </p:txBody>
      </p:sp>
      <p:sp>
        <p:nvSpPr>
          <p:cNvPr id="13" name="">
            <a:extLst xmlns:a="http://schemas.openxmlformats.org/drawingml/2006/main">
              <a:ext uri="{FF2B5EF4-FFF2-40B4-BE49-F238E27FC236}">
                <a16:creationId xmlns:a16="http://schemas.microsoft.com/office/drawing/2014/main" id="{AD25AF92-D1AE-4E83-98D6-1227DA3624B9}"/>
              </a:ext>
            </a:extLst>
          </p:cNvPr>
          <p:cNvSpPr>
            <a:spLocks xmlns:a="http://schemas.openxmlformats.org/drawingml/2006/main" noGrp="1"/>
          </p:cNvSpPr>
          <p:nvPr/>
        </p:nvSpPr>
        <p:spPr>
          <a:xfrm xmlns:a="http://schemas.openxmlformats.org/drawingml/2006/main">
            <a:off x="838200" y="4362450"/>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i="0">
                <a:solidFill>
                  <a:srgbClr val="716B60"/>
                </a:solidFill>
                <a:latin typeface="Arial"/>
                <a:ea typeface="Arial"/>
                <a:cs typeface="Arial"/>
              </a:defRPr>
            </a:pPr>
            <a:r>
              <a:rPr sz="1050" b="0" i="0">
                <a:solidFill>
                  <a:srgbClr val="716B60"/>
                </a:solidFill>
                <a:latin typeface="Arial"/>
                <a:ea typeface="Arial"/>
                <a:cs typeface="Arial"/>
              </a:rPr>
              <a:t>pixels, perception, features, texture, colour and seams</a:t>
            </a:r>
          </a:p>
        </p:txBody>
      </p:sp>
      <p:sp>
        <p:nvSpPr>
          <p:cNvPr id="14" name="">
            <a:extLst xmlns:a="http://schemas.openxmlformats.org/drawingml/2006/main">
              <a:ext uri="{FF2B5EF4-FFF2-40B4-BE49-F238E27FC236}">
                <a16:creationId xmlns:a16="http://schemas.microsoft.com/office/drawing/2014/main" id="{6C42838A-D4C2-43C2-8821-EB2BA3C74810}"/>
              </a:ext>
            </a:extLst>
          </p:cNvPr>
          <p:cNvSpPr>
            <a:spLocks xmlns:a="http://schemas.openxmlformats.org/drawingml/2006/main" noGrp="1"/>
          </p:cNvSpPr>
          <p:nvPr/>
        </p:nvSpPr>
        <p:spPr>
          <a:xfrm xmlns:a="http://schemas.openxmlformats.org/drawingml/2006/main">
            <a:off x="533400" y="4848225"/>
            <a:ext cx="171450" cy="171450"/>
          </a:xfrm>
          <a:prstGeom xmlns:a="http://schemas.openxmlformats.org/drawingml/2006/main" prst="roundRect">
            <a:avLst>
              <a:gd name="adj" fmla="val 50000"/>
            </a:avLst>
          </a:prstGeom>
          <a:solidFill xmlns:a="http://schemas.openxmlformats.org/drawingml/2006/main">
            <a:srgbClr val="A9492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67DC756-194D-4F5D-909F-60508B407391}"/>
              </a:ext>
            </a:extLst>
          </p:cNvPr>
          <p:cNvSpPr>
            <a:spLocks xmlns:a="http://schemas.openxmlformats.org/drawingml/2006/main" noGrp="1"/>
          </p:cNvSpPr>
          <p:nvPr/>
        </p:nvSpPr>
        <p:spPr>
          <a:xfrm xmlns:a="http://schemas.openxmlformats.org/drawingml/2006/main">
            <a:off x="838200" y="4791075"/>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75" b="1" i="0">
                <a:solidFill>
                  <a:srgbClr val="183B32"/>
                </a:solidFill>
                <a:latin typeface="Arial"/>
                <a:ea typeface="Arial"/>
                <a:cs typeface="Arial"/>
              </a:defRPr>
            </a:pPr>
            <a:r>
              <a:rPr sz="1275" b="1" i="0">
                <a:solidFill>
                  <a:srgbClr val="183B32"/>
                </a:solidFill>
                <a:latin typeface="Arial"/>
                <a:ea typeface="Arial"/>
                <a:cs typeface="Arial"/>
              </a:rPr>
              <a:t>Can the result be trusted?</a:t>
            </a:r>
          </a:p>
        </p:txBody>
      </p:sp>
      <p:sp>
        <p:nvSpPr>
          <p:cNvPr id="16" name="">
            <a:extLst xmlns:a="http://schemas.openxmlformats.org/drawingml/2006/main">
              <a:ext uri="{FF2B5EF4-FFF2-40B4-BE49-F238E27FC236}">
                <a16:creationId xmlns:a16="http://schemas.microsoft.com/office/drawing/2014/main" id="{AAE9D1ED-FAC6-4606-AD5E-B8AB8C628BE1}"/>
              </a:ext>
            </a:extLst>
          </p:cNvPr>
          <p:cNvSpPr>
            <a:spLocks xmlns:a="http://schemas.openxmlformats.org/drawingml/2006/main" noGrp="1"/>
          </p:cNvSpPr>
          <p:nvPr/>
        </p:nvSpPr>
        <p:spPr>
          <a:xfrm xmlns:a="http://schemas.openxmlformats.org/drawingml/2006/main">
            <a:off x="838200" y="50577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i="0">
                <a:solidFill>
                  <a:srgbClr val="716B60"/>
                </a:solidFill>
                <a:latin typeface="Arial"/>
                <a:ea typeface="Arial"/>
                <a:cs typeface="Arial"/>
              </a:defRPr>
            </a:pPr>
            <a:r>
              <a:rPr sz="1050" b="0" i="0">
                <a:solidFill>
                  <a:srgbClr val="716B60"/>
                </a:solidFill>
                <a:latin typeface="Arial"/>
                <a:ea typeface="Arial"/>
                <a:cs typeface="Arial"/>
              </a:rPr>
              <a:t>inspect stability and failure signals before acceptance</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2bff86f2865b4ac4"/>
          <a:srcRect xmlns:a="http://schemas.openxmlformats.org/drawingml/2006/main" l="20597" t="0" r="20597" b="0"/>
          <a:stretch xmlns:a="http://schemas.openxmlformats.org/drawingml/2006/main">
            <a:fillRect l="0" t="0" r="0" b="0"/>
          </a:stretch>
        </p:blipFill>
        <p:spPr>
          <a:xfrm xmlns:a="http://schemas.openxmlformats.org/drawingml/2006/main">
            <a:off x="5334000" y="1428750"/>
            <a:ext cx="1971675" cy="3352800"/>
          </a:xfrm>
          <a:prstGeom xmlns:a="http://schemas.openxmlformats.org/drawingml/2006/main" prst="roundRect">
            <a:avLst>
              <a:gd name="adj" fmla="val 2415"/>
            </a:avLst>
          </a:prstGeom>
        </p:spPr>
      </p:pic>
      <p:sp>
        <p:nvSpPr>
          <p:cNvPr id="18" name="">
            <a:extLst xmlns:a="http://schemas.openxmlformats.org/drawingml/2006/main">
              <a:ext uri="{FF2B5EF4-FFF2-40B4-BE49-F238E27FC236}">
                <a16:creationId xmlns:a16="http://schemas.microsoft.com/office/drawing/2014/main" id="{1AD1386A-F185-4359-A042-3B94B138C496}"/>
              </a:ext>
            </a:extLst>
          </p:cNvPr>
          <p:cNvSpPr>
            <a:spLocks xmlns:a="http://schemas.openxmlformats.org/drawingml/2006/main" noGrp="1"/>
          </p:cNvSpPr>
          <p:nvPr/>
        </p:nvSpPr>
        <p:spPr>
          <a:xfrm xmlns:a="http://schemas.openxmlformats.org/drawingml/2006/main">
            <a:off x="5334000" y="4867275"/>
            <a:ext cx="19716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183B32"/>
                </a:solidFill>
                <a:latin typeface="Arial"/>
                <a:ea typeface="Arial"/>
                <a:cs typeface="Arial"/>
              </a:defRPr>
            </a:pPr>
            <a:r>
              <a:rPr sz="900" b="1" i="0">
                <a:solidFill>
                  <a:srgbClr val="183B32"/>
                </a:solidFill>
                <a:latin typeface="Arial"/>
                <a:ea typeface="Arial"/>
                <a:cs typeface="Arial"/>
              </a:rPr>
              <a:t>REFERENCE</a:t>
            </a:r>
          </a:p>
        </p:txBody>
      </p:sp>
      <p:sp>
        <p:nvSpPr>
          <p:cNvPr id="19" name="">
            <a:extLst xmlns:a="http://schemas.openxmlformats.org/drawingml/2006/main">
              <a:ext uri="{FF2B5EF4-FFF2-40B4-BE49-F238E27FC236}">
                <a16:creationId xmlns:a16="http://schemas.microsoft.com/office/drawing/2014/main" id="{849DDEA3-359B-4C79-A142-014D22156A34}"/>
              </a:ext>
            </a:extLst>
          </p:cNvPr>
          <p:cNvSpPr>
            <a:spLocks xmlns:a="http://schemas.openxmlformats.org/drawingml/2006/main" noGrp="1"/>
          </p:cNvSpPr>
          <p:nvPr/>
        </p:nvSpPr>
        <p:spPr>
          <a:xfrm xmlns:a="http://schemas.openxmlformats.org/drawingml/2006/main">
            <a:off x="5334000" y="5095875"/>
            <a:ext cx="1971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975" b="0" i="0">
                <a:solidFill>
                  <a:srgbClr val="716B60"/>
                </a:solidFill>
                <a:latin typeface="Arial"/>
                <a:ea typeface="Arial"/>
                <a:cs typeface="Arial"/>
              </a:defRPr>
            </a:pPr>
            <a:r>
              <a:rPr sz="975" b="0" i="0">
                <a:solidFill>
                  <a:srgbClr val="716B60"/>
                </a:solidFill>
                <a:latin typeface="Arial"/>
                <a:ea typeface="Arial"/>
                <a:cs typeface="Arial"/>
              </a:rPr>
              <a:t>Clean digital reference</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0bbb03c4c5244120"/>
          <a:srcRect xmlns:a="http://schemas.openxmlformats.org/drawingml/2006/main" l="20597" t="0" r="20597" b="0"/>
          <a:stretch xmlns:a="http://schemas.openxmlformats.org/drawingml/2006/main">
            <a:fillRect l="0" t="0" r="0" b="0"/>
          </a:stretch>
        </p:blipFill>
        <p:spPr>
          <a:xfrm xmlns:a="http://schemas.openxmlformats.org/drawingml/2006/main">
            <a:off x="7419975" y="1428750"/>
            <a:ext cx="1971675" cy="3352800"/>
          </a:xfrm>
          <a:prstGeom xmlns:a="http://schemas.openxmlformats.org/drawingml/2006/main" prst="roundRect">
            <a:avLst>
              <a:gd name="adj" fmla="val 2415"/>
            </a:avLst>
          </a:prstGeom>
        </p:spPr>
      </p:pic>
      <p:sp>
        <p:nvSpPr>
          <p:cNvPr id="21" name="">
            <a:extLst xmlns:a="http://schemas.openxmlformats.org/drawingml/2006/main">
              <a:ext uri="{FF2B5EF4-FFF2-40B4-BE49-F238E27FC236}">
                <a16:creationId xmlns:a16="http://schemas.microsoft.com/office/drawing/2014/main" id="{E1A80723-014F-4B99-B198-0B47A25AB0CF}"/>
              </a:ext>
            </a:extLst>
          </p:cNvPr>
          <p:cNvSpPr>
            <a:spLocks xmlns:a="http://schemas.openxmlformats.org/drawingml/2006/main" noGrp="1"/>
          </p:cNvSpPr>
          <p:nvPr/>
        </p:nvSpPr>
        <p:spPr>
          <a:xfrm xmlns:a="http://schemas.openxmlformats.org/drawingml/2006/main">
            <a:off x="7419975" y="4867275"/>
            <a:ext cx="19716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A9492D"/>
                </a:solidFill>
                <a:latin typeface="Arial"/>
                <a:ea typeface="Arial"/>
                <a:cs typeface="Arial"/>
              </a:defRPr>
            </a:pPr>
            <a:r>
              <a:rPr sz="900" b="1" i="0">
                <a:solidFill>
                  <a:srgbClr val="A9492D"/>
                </a:solidFill>
                <a:latin typeface="Arial"/>
                <a:ea typeface="Arial"/>
                <a:cs typeface="Arial"/>
              </a:rPr>
              <a:t>CONTROLLED DAMAGE</a:t>
            </a:r>
          </a:p>
        </p:txBody>
      </p:sp>
      <p:sp>
        <p:nvSpPr>
          <p:cNvPr id="22" name="">
            <a:extLst xmlns:a="http://schemas.openxmlformats.org/drawingml/2006/main">
              <a:ext uri="{FF2B5EF4-FFF2-40B4-BE49-F238E27FC236}">
                <a16:creationId xmlns:a16="http://schemas.microsoft.com/office/drawing/2014/main" id="{3B811F2B-6400-44A5-B6E4-61A6C19BEEED}"/>
              </a:ext>
            </a:extLst>
          </p:cNvPr>
          <p:cNvSpPr>
            <a:spLocks xmlns:a="http://schemas.openxmlformats.org/drawingml/2006/main" noGrp="1"/>
          </p:cNvSpPr>
          <p:nvPr/>
        </p:nvSpPr>
        <p:spPr>
          <a:xfrm xmlns:a="http://schemas.openxmlformats.org/drawingml/2006/main">
            <a:off x="7419975" y="5095875"/>
            <a:ext cx="1971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975" b="0" i="0">
                <a:solidFill>
                  <a:srgbClr val="716B60"/>
                </a:solidFill>
                <a:latin typeface="Arial"/>
                <a:ea typeface="Arial"/>
                <a:cs typeface="Arial"/>
              </a:defRPr>
            </a:pPr>
            <a:r>
              <a:rPr sz="975" b="0" i="0">
                <a:solidFill>
                  <a:srgbClr val="716B60"/>
                </a:solidFill>
                <a:latin typeface="Arial"/>
                <a:ea typeface="Arial"/>
                <a:cs typeface="Arial"/>
              </a:rPr>
              <a:t>Mixed missing-region damage</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95f4f46340da476c"/>
          <a:srcRect xmlns:a="http://schemas.openxmlformats.org/drawingml/2006/main" l="20597" t="0" r="20597" b="0"/>
          <a:stretch xmlns:a="http://schemas.openxmlformats.org/drawingml/2006/main">
            <a:fillRect l="0" t="0" r="0" b="0"/>
          </a:stretch>
        </p:blipFill>
        <p:spPr>
          <a:xfrm xmlns:a="http://schemas.openxmlformats.org/drawingml/2006/main">
            <a:off x="9505950" y="1428750"/>
            <a:ext cx="1971675" cy="3352800"/>
          </a:xfrm>
          <a:prstGeom xmlns:a="http://schemas.openxmlformats.org/drawingml/2006/main" prst="roundRect">
            <a:avLst>
              <a:gd name="adj" fmla="val 2415"/>
            </a:avLst>
          </a:prstGeom>
        </p:spPr>
      </p:pic>
      <p:sp>
        <p:nvSpPr>
          <p:cNvPr id="24" name="">
            <a:extLst xmlns:a="http://schemas.openxmlformats.org/drawingml/2006/main">
              <a:ext uri="{FF2B5EF4-FFF2-40B4-BE49-F238E27FC236}">
                <a16:creationId xmlns:a16="http://schemas.microsoft.com/office/drawing/2014/main" id="{56405E80-9415-4ED9-AD6C-DA53B0E8BCD7}"/>
              </a:ext>
            </a:extLst>
          </p:cNvPr>
          <p:cNvSpPr>
            <a:spLocks xmlns:a="http://schemas.openxmlformats.org/drawingml/2006/main" noGrp="1"/>
          </p:cNvSpPr>
          <p:nvPr/>
        </p:nvSpPr>
        <p:spPr>
          <a:xfrm xmlns:a="http://schemas.openxmlformats.org/drawingml/2006/main">
            <a:off x="9505950" y="4867275"/>
            <a:ext cx="19716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183B32"/>
                </a:solidFill>
                <a:latin typeface="Arial"/>
                <a:ea typeface="Arial"/>
                <a:cs typeface="Arial"/>
              </a:defRPr>
            </a:pPr>
            <a:r>
              <a:rPr sz="900" b="1" i="0">
                <a:solidFill>
                  <a:srgbClr val="183B32"/>
                </a:solidFill>
                <a:latin typeface="Arial"/>
                <a:ea typeface="Arial"/>
                <a:cs typeface="Arial"/>
              </a:rPr>
              <a:t>RESTORATION CANDIDATE</a:t>
            </a:r>
          </a:p>
        </p:txBody>
      </p:sp>
      <p:sp>
        <p:nvSpPr>
          <p:cNvPr id="25" name="">
            <a:extLst xmlns:a="http://schemas.openxmlformats.org/drawingml/2006/main">
              <a:ext uri="{FF2B5EF4-FFF2-40B4-BE49-F238E27FC236}">
                <a16:creationId xmlns:a16="http://schemas.microsoft.com/office/drawing/2014/main" id="{CEFBB43C-C14B-486B-AC81-581C85C43AD0}"/>
              </a:ext>
            </a:extLst>
          </p:cNvPr>
          <p:cNvSpPr>
            <a:spLocks xmlns:a="http://schemas.openxmlformats.org/drawingml/2006/main" noGrp="1"/>
          </p:cNvSpPr>
          <p:nvPr/>
        </p:nvSpPr>
        <p:spPr>
          <a:xfrm xmlns:a="http://schemas.openxmlformats.org/drawingml/2006/main">
            <a:off x="9505950" y="5095875"/>
            <a:ext cx="1971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975" b="0" i="0">
                <a:solidFill>
                  <a:srgbClr val="716B60"/>
                </a:solidFill>
                <a:latin typeface="Arial"/>
                <a:ea typeface="Arial"/>
                <a:cs typeface="Arial"/>
              </a:defRPr>
            </a:pPr>
            <a:r>
              <a:rPr sz="975" b="0" i="0">
                <a:solidFill>
                  <a:srgbClr val="716B60"/>
                </a:solidFill>
                <a:latin typeface="Arial"/>
                <a:ea typeface="Arial"/>
                <a:cs typeface="Arial"/>
              </a:rPr>
              <a:t>LaMa candidate for inspection</a:t>
            </a:r>
          </a:p>
        </p:txBody>
      </p:sp>
      <p:sp>
        <p:nvSpPr>
          <p:cNvPr id="26" name="">
            <a:extLst xmlns:a="http://schemas.openxmlformats.org/drawingml/2006/main">
              <a:ext uri="{FF2B5EF4-FFF2-40B4-BE49-F238E27FC236}">
                <a16:creationId xmlns:a16="http://schemas.microsoft.com/office/drawing/2014/main" id="{3C052674-E2C5-4047-BD4A-B3351558A4E9}"/>
              </a:ext>
            </a:extLst>
          </p:cNvPr>
          <p:cNvSpPr>
            <a:spLocks xmlns:a="http://schemas.openxmlformats.org/drawingml/2006/main" noGrp="1"/>
          </p:cNvSpPr>
          <p:nvPr/>
        </p:nvSpPr>
        <p:spPr>
          <a:xfrm xmlns:a="http://schemas.openxmlformats.org/drawingml/2006/main">
            <a:off x="5334000" y="5486400"/>
            <a:ext cx="6143625" cy="762000"/>
          </a:xfrm>
          <a:prstGeom xmlns:a="http://schemas.openxmlformats.org/drawingml/2006/main" prst="roundRect">
            <a:avLst>
              <a:gd name="adj" fmla="val 6250"/>
            </a:avLst>
          </a:prstGeom>
          <a:solidFill xmlns:a="http://schemas.openxmlformats.org/drawingml/2006/main">
            <a:srgbClr val="FBF7EB"/>
          </a:solidFill>
          <a:ln xmlns:a="http://schemas.openxmlformats.org/drawingml/2006/main" w="9525">
            <a:solidFill>
              <a:srgbClr val="C9BFA9"/>
            </a:solidFill>
            <a:prstDash val="solid"/>
          </a:ln>
        </p:spPr>
      </p:sp>
      <p:sp>
        <p:nvSpPr>
          <p:cNvPr id="27" name="">
            <a:extLst xmlns:a="http://schemas.openxmlformats.org/drawingml/2006/main">
              <a:ext uri="{FF2B5EF4-FFF2-40B4-BE49-F238E27FC236}">
                <a16:creationId xmlns:a16="http://schemas.microsoft.com/office/drawing/2014/main" id="{8B45BA22-FA75-492E-B2AA-3D6B29845E96}"/>
              </a:ext>
            </a:extLst>
          </p:cNvPr>
          <p:cNvSpPr>
            <a:spLocks xmlns:a="http://schemas.openxmlformats.org/drawingml/2006/main" noGrp="1"/>
          </p:cNvSpPr>
          <p:nvPr/>
        </p:nvSpPr>
        <p:spPr>
          <a:xfrm xmlns:a="http://schemas.openxmlformats.org/drawingml/2006/main">
            <a:off x="5334000" y="5486400"/>
            <a:ext cx="47625" cy="762000"/>
          </a:xfrm>
          <a:prstGeom xmlns:a="http://schemas.openxmlformats.org/drawingml/2006/main" prst="rect">
            <a:avLst/>
          </a:prstGeom>
          <a:solidFill xmlns:a="http://schemas.openxmlformats.org/drawingml/2006/main">
            <a:srgbClr val="A9492D"/>
          </a:solidFill>
          <a:ln xmlns:a="http://schemas.openxmlformats.org/drawingml/2006/main" w="0">
            <a:solidFill>
              <a:srgbClr val="A9492D"/>
            </a:solidFill>
            <a:prstDash val="solid"/>
          </a:ln>
        </p:spPr>
      </p:sp>
      <p:sp>
        <p:nvSpPr>
          <p:cNvPr id="28" name="">
            <a:extLst xmlns:a="http://schemas.openxmlformats.org/drawingml/2006/main">
              <a:ext uri="{FF2B5EF4-FFF2-40B4-BE49-F238E27FC236}">
                <a16:creationId xmlns:a16="http://schemas.microsoft.com/office/drawing/2014/main" id="{A6B797EC-A5CC-4BE2-8B0C-787E3A51D5BB}"/>
              </a:ext>
            </a:extLst>
          </p:cNvPr>
          <p:cNvSpPr>
            <a:spLocks xmlns:a="http://schemas.openxmlformats.org/drawingml/2006/main" noGrp="1"/>
          </p:cNvSpPr>
          <p:nvPr/>
        </p:nvSpPr>
        <p:spPr>
          <a:xfrm xmlns:a="http://schemas.openxmlformats.org/drawingml/2006/main">
            <a:off x="5505450" y="5562600"/>
            <a:ext cx="5819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A9492D"/>
                </a:solidFill>
                <a:latin typeface="Arial"/>
                <a:ea typeface="Arial"/>
                <a:cs typeface="Arial"/>
              </a:defRPr>
            </a:pPr>
            <a:r>
              <a:rPr sz="900" b="1" i="0">
                <a:solidFill>
                  <a:srgbClr val="A9492D"/>
                </a:solidFill>
                <a:latin typeface="Arial"/>
                <a:ea typeface="Arial"/>
                <a:cs typeface="Arial"/>
              </a:rPr>
              <a:t>CORE POSITION</a:t>
            </a:r>
          </a:p>
        </p:txBody>
      </p:sp>
      <p:sp>
        <p:nvSpPr>
          <p:cNvPr id="29" name="">
            <a:extLst xmlns:a="http://schemas.openxmlformats.org/drawingml/2006/main">
              <a:ext uri="{FF2B5EF4-FFF2-40B4-BE49-F238E27FC236}">
                <a16:creationId xmlns:a16="http://schemas.microsoft.com/office/drawing/2014/main" id="{61F89371-3FD6-4F3D-A056-84DE59AE391D}"/>
              </a:ext>
            </a:extLst>
          </p:cNvPr>
          <p:cNvSpPr>
            <a:spLocks xmlns:a="http://schemas.openxmlformats.org/drawingml/2006/main" noGrp="1"/>
          </p:cNvSpPr>
          <p:nvPr/>
        </p:nvSpPr>
        <p:spPr>
          <a:xfrm xmlns:a="http://schemas.openxmlformats.org/drawingml/2006/main">
            <a:off x="5505450" y="5781675"/>
            <a:ext cx="5819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i="0">
                <a:solidFill>
                  <a:srgbClr val="272923"/>
                </a:solidFill>
                <a:latin typeface="Arial"/>
                <a:ea typeface="Arial"/>
                <a:cs typeface="Arial"/>
              </a:defRPr>
            </a:pPr>
            <a:r>
              <a:rPr sz="1050" b="0" i="0">
                <a:solidFill>
                  <a:srgbClr val="272923"/>
                </a:solidFill>
                <a:latin typeface="Arial"/>
                <a:ea typeface="Arial"/>
                <a:cs typeface="Arial"/>
              </a:rPr>
              <a:t>The framework supports transparent inspection of digital candidates. It does not approve physical conservation treatment.</a:t>
            </a:r>
          </a:p>
        </p:txBody>
      </p:sp>
      <p:sp>
        <p:nvSpPr>
          <p:cNvPr id="30" name="">
            <a:extLst xmlns:a="http://schemas.openxmlformats.org/drawingml/2006/main">
              <a:ext uri="{FF2B5EF4-FFF2-40B4-BE49-F238E27FC236}">
                <a16:creationId xmlns:a16="http://schemas.microsoft.com/office/drawing/2014/main" id="{8DAC7FA7-D78D-4659-8902-72A34228580A}"/>
              </a:ext>
            </a:extLst>
          </p:cNvPr>
          <p:cNvSpPr>
            <a:spLocks xmlns:a="http://schemas.openxmlformats.org/drawingml/2006/main" noGrp="1"/>
          </p:cNvSpPr>
          <p:nvPr/>
        </p:nvSpPr>
        <p:spPr>
          <a:xfrm xmlns:a="http://schemas.openxmlformats.org/drawingml/2006/main">
            <a:off x="533400" y="6505575"/>
            <a:ext cx="11087100" cy="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31" name="">
            <a:extLst xmlns:a="http://schemas.openxmlformats.org/drawingml/2006/main">
              <a:ext uri="{FF2B5EF4-FFF2-40B4-BE49-F238E27FC236}">
                <a16:creationId xmlns:a16="http://schemas.microsoft.com/office/drawing/2014/main" id="{6471BEF4-48AE-4A4B-895B-2C07DE34672A}"/>
              </a:ext>
            </a:extLst>
          </p:cNvPr>
          <p:cNvSpPr>
            <a:spLocks xmlns:a="http://schemas.openxmlformats.org/drawingml/2006/main" noGrp="1"/>
          </p:cNvSpPr>
          <p:nvPr/>
        </p:nvSpPr>
        <p:spPr>
          <a:xfrm xmlns:a="http://schemas.openxmlformats.org/drawingml/2006/main">
            <a:off x="533400" y="6553200"/>
            <a:ext cx="8763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675" b="1" i="0">
                <a:solidFill>
                  <a:srgbClr val="716B60"/>
                </a:solidFill>
                <a:latin typeface="Arial"/>
                <a:ea typeface="Arial"/>
                <a:cs typeface="Arial"/>
              </a:defRPr>
            </a:pPr>
            <a:r>
              <a:rPr sz="675" b="1" i="0">
                <a:solidFill>
                  <a:srgbClr val="716B60"/>
                </a:solidFill>
                <a:latin typeface="Arial"/>
                <a:ea typeface="Arial"/>
                <a:cs typeface="Arial"/>
              </a:rPr>
              <a:t>TRUSTWORTHY EVALUATION FRAMEWORKS FOR AI-ASSISTED PAINTING RESTORATION</a:t>
            </a:r>
          </a:p>
        </p:txBody>
      </p:sp>
      <p:sp>
        <p:nvSpPr>
          <p:cNvPr id="32" name="">
            <a:extLst xmlns:a="http://schemas.openxmlformats.org/drawingml/2006/main">
              <a:ext uri="{FF2B5EF4-FFF2-40B4-BE49-F238E27FC236}">
                <a16:creationId xmlns:a16="http://schemas.microsoft.com/office/drawing/2014/main" id="{2B768A8E-1745-43DA-89E4-E44B2914F674}"/>
              </a:ext>
            </a:extLst>
          </p:cNvPr>
          <p:cNvSpPr>
            <a:spLocks xmlns:a="http://schemas.openxmlformats.org/drawingml/2006/main" noGrp="1"/>
          </p:cNvSpPr>
          <p:nvPr/>
        </p:nvSpPr>
        <p:spPr>
          <a:xfrm xmlns:a="http://schemas.openxmlformats.org/drawingml/2006/main">
            <a:off x="9334500" y="6553200"/>
            <a:ext cx="2286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675" b="1" i="0">
                <a:solidFill>
                  <a:srgbClr val="716B60"/>
                </a:solidFill>
                <a:latin typeface="Arial"/>
                <a:ea typeface="Arial"/>
                <a:cs typeface="Arial"/>
              </a:defRPr>
            </a:pPr>
            <a:r>
              <a:rPr sz="675" b="1" i="0">
                <a:solidFill>
                  <a:srgbClr val="716B60"/>
                </a:solidFill>
                <a:latin typeface="Arial"/>
                <a:ea typeface="Arial"/>
                <a:cs typeface="Arial"/>
              </a:rPr>
              <a:t>RAHUL MADDINENI  •  1/5</a:t>
            </a:r>
          </a:p>
        </p:txBody>
      </p:sp>
    </p:spTree>
    <p:extLst>
      <p:ext uri="{BB962C8B-B14F-4D97-AF65-F5344CB8AC3E}">
        <p14:creationId xmlns:p14="http://schemas.microsoft.com/office/powerpoint/2010/main" val="244424996"/>
      </p:ext>
    </p:extLst>
  </p:cSld>
</p:sld>
</file>

<file path=ppt/slides/slide2.xml><?xml version="1.0" encoding="utf-8"?>
<p:sld xmlns:p="http://schemas.openxmlformats.org/presentationml/2006/main">
  <p:cSld>
    <p:bg>
      <p:bgPr>
        <a:solidFill xmlns:a="http://schemas.openxmlformats.org/drawingml/2006/main">
          <a:srgbClr val="F4EED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099236F-6D35-4F3A-AF02-002C9353BAA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83B3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7E2638B-92BA-4CE7-A577-C5E1A0BECFCE}"/>
              </a:ext>
            </a:extLst>
          </p:cNvPr>
          <p:cNvSpPr>
            <a:spLocks xmlns:a="http://schemas.openxmlformats.org/drawingml/2006/main" noGrp="1"/>
          </p:cNvSpPr>
          <p:nvPr/>
        </p:nvSpPr>
        <p:spPr>
          <a:xfrm xmlns:a="http://schemas.openxmlformats.org/drawingml/2006/main">
            <a:off x="533400" y="285750"/>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A9492D"/>
                </a:solidFill>
                <a:latin typeface="Arial"/>
                <a:ea typeface="Arial"/>
                <a:cs typeface="Arial"/>
              </a:defRPr>
            </a:pPr>
            <a:r>
              <a:rPr sz="900" b="1" i="0">
                <a:solidFill>
                  <a:srgbClr val="A9492D"/>
                </a:solidFill>
                <a:latin typeface="Arial"/>
                <a:ea typeface="Arial"/>
                <a:cs typeface="Arial"/>
              </a:rPr>
              <a:t>02  /  PROPOSAL</a:t>
            </a:r>
          </a:p>
        </p:txBody>
      </p:sp>
      <p:sp>
        <p:nvSpPr>
          <p:cNvPr id="3" name="">
            <a:extLst xmlns:a="http://schemas.openxmlformats.org/drawingml/2006/main">
              <a:ext uri="{FF2B5EF4-FFF2-40B4-BE49-F238E27FC236}">
                <a16:creationId xmlns:a16="http://schemas.microsoft.com/office/drawing/2014/main" id="{4551702E-12CC-4FE8-B45C-AC4C7025BDBF}"/>
              </a:ext>
            </a:extLst>
          </p:cNvPr>
          <p:cNvSpPr>
            <a:spLocks xmlns:a="http://schemas.openxmlformats.org/drawingml/2006/main" noGrp="1"/>
          </p:cNvSpPr>
          <p:nvPr/>
        </p:nvSpPr>
        <p:spPr>
          <a:xfrm xmlns:a="http://schemas.openxmlformats.org/drawingml/2006/main">
            <a:off x="533400" y="54292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700" b="0" i="0">
                <a:solidFill>
                  <a:srgbClr val="183B32"/>
                </a:solidFill>
                <a:latin typeface="Georgia"/>
                <a:ea typeface="Georgia"/>
                <a:cs typeface="Georgia"/>
              </a:defRPr>
            </a:pPr>
            <a:r>
              <a:rPr sz="2700" b="0" i="0">
                <a:solidFill>
                  <a:srgbClr val="183B32"/>
                </a:solidFill>
                <a:latin typeface="Georgia"/>
                <a:ea typeface="Georgia"/>
                <a:cs typeface="Georgia"/>
              </a:rPr>
              <a:t>Research Questions</a:t>
            </a:r>
          </a:p>
        </p:txBody>
      </p:sp>
      <p:sp>
        <p:nvSpPr>
          <p:cNvPr id="4" name="">
            <a:extLst xmlns:a="http://schemas.openxmlformats.org/drawingml/2006/main">
              <a:ext uri="{FF2B5EF4-FFF2-40B4-BE49-F238E27FC236}">
                <a16:creationId xmlns:a16="http://schemas.microsoft.com/office/drawing/2014/main" id="{7B84C4C9-F783-49F8-B82C-33C5DEC05041}"/>
              </a:ext>
            </a:extLst>
          </p:cNvPr>
          <p:cNvSpPr>
            <a:spLocks xmlns:a="http://schemas.openxmlformats.org/drawingml/2006/main" noGrp="1"/>
          </p:cNvSpPr>
          <p:nvPr/>
        </p:nvSpPr>
        <p:spPr>
          <a:xfrm xmlns:a="http://schemas.openxmlformats.org/drawingml/2006/main">
            <a:off x="7810500" y="590550"/>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75" b="0" i="1">
                <a:solidFill>
                  <a:srgbClr val="716B60"/>
                </a:solidFill>
                <a:latin typeface="Georgia"/>
                <a:ea typeface="Georgia"/>
                <a:cs typeface="Georgia"/>
              </a:defRPr>
            </a:pPr>
            <a:r>
              <a:rPr sz="1275" b="0" i="1">
                <a:solidFill>
                  <a:srgbClr val="716B60"/>
                </a:solidFill>
                <a:latin typeface="Georgia"/>
                <a:ea typeface="Georgia"/>
                <a:cs typeface="Georgia"/>
              </a:rPr>
              <a:t>Three questions connect measurement, comparison and stability.</a:t>
            </a:r>
          </a:p>
        </p:txBody>
      </p:sp>
      <p:sp>
        <p:nvSpPr>
          <p:cNvPr id="5" name="">
            <a:extLst xmlns:a="http://schemas.openxmlformats.org/drawingml/2006/main">
              <a:ext uri="{FF2B5EF4-FFF2-40B4-BE49-F238E27FC236}">
                <a16:creationId xmlns:a16="http://schemas.microsoft.com/office/drawing/2014/main" id="{CF11958A-A2B4-47E2-A0BE-9313D0F9EEEC}"/>
              </a:ext>
            </a:extLst>
          </p:cNvPr>
          <p:cNvSpPr>
            <a:spLocks xmlns:a="http://schemas.openxmlformats.org/drawingml/2006/main" noGrp="1"/>
          </p:cNvSpPr>
          <p:nvPr/>
        </p:nvSpPr>
        <p:spPr>
          <a:xfrm xmlns:a="http://schemas.openxmlformats.org/drawingml/2006/main">
            <a:off x="533400" y="1104900"/>
            <a:ext cx="11087100" cy="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6" name="">
            <a:extLst xmlns:a="http://schemas.openxmlformats.org/drawingml/2006/main">
              <a:ext uri="{FF2B5EF4-FFF2-40B4-BE49-F238E27FC236}">
                <a16:creationId xmlns:a16="http://schemas.microsoft.com/office/drawing/2014/main" id="{DB41B8DC-7A44-4952-85FA-DA4C15F8C252}"/>
              </a:ext>
            </a:extLst>
          </p:cNvPr>
          <p:cNvSpPr>
            <a:spLocks xmlns:a="http://schemas.openxmlformats.org/drawingml/2006/main" noGrp="1"/>
          </p:cNvSpPr>
          <p:nvPr/>
        </p:nvSpPr>
        <p:spPr>
          <a:xfrm xmlns:a="http://schemas.openxmlformats.org/drawingml/2006/main">
            <a:off x="533400" y="1428750"/>
            <a:ext cx="819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025" b="1" i="0">
                <a:solidFill>
                  <a:srgbClr val="183B32"/>
                </a:solidFill>
                <a:latin typeface="Georgia"/>
                <a:ea typeface="Georgia"/>
                <a:cs typeface="Georgia"/>
              </a:defRPr>
            </a:pPr>
            <a:r>
              <a:rPr sz="2025" b="1" i="0">
                <a:solidFill>
                  <a:srgbClr val="183B32"/>
                </a:solidFill>
                <a:latin typeface="Georgia"/>
                <a:ea typeface="Georgia"/>
                <a:cs typeface="Georgia"/>
              </a:rPr>
              <a:t>RQ1</a:t>
            </a:r>
          </a:p>
        </p:txBody>
      </p:sp>
      <p:sp>
        <p:nvSpPr>
          <p:cNvPr id="7" name="">
            <a:extLst xmlns:a="http://schemas.openxmlformats.org/drawingml/2006/main">
              <a:ext uri="{FF2B5EF4-FFF2-40B4-BE49-F238E27FC236}">
                <a16:creationId xmlns:a16="http://schemas.microsoft.com/office/drawing/2014/main" id="{8E39445D-12C6-4145-AD0E-8F5E13A57C2F}"/>
              </a:ext>
            </a:extLst>
          </p:cNvPr>
          <p:cNvSpPr>
            <a:spLocks xmlns:a="http://schemas.openxmlformats.org/drawingml/2006/main" noGrp="1"/>
          </p:cNvSpPr>
          <p:nvPr/>
        </p:nvSpPr>
        <p:spPr>
          <a:xfrm xmlns:a="http://schemas.openxmlformats.org/drawingml/2006/main">
            <a:off x="1466850" y="1400175"/>
            <a:ext cx="304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b="1" i="0">
                <a:solidFill>
                  <a:srgbClr val="183B32"/>
                </a:solidFill>
                <a:latin typeface="Arial"/>
                <a:ea typeface="Arial"/>
                <a:cs typeface="Arial"/>
              </a:defRPr>
            </a:pPr>
            <a:r>
              <a:rPr sz="1200" b="1" i="0">
                <a:solidFill>
                  <a:srgbClr val="183B32"/>
                </a:solidFill>
                <a:latin typeface="Arial"/>
                <a:ea typeface="Arial"/>
                <a:cs typeface="Arial"/>
              </a:rPr>
              <a:t>Evidence beyond similarity</a:t>
            </a:r>
          </a:p>
        </p:txBody>
      </p:sp>
      <p:sp>
        <p:nvSpPr>
          <p:cNvPr id="8" name="">
            <a:extLst xmlns:a="http://schemas.openxmlformats.org/drawingml/2006/main">
              <a:ext uri="{FF2B5EF4-FFF2-40B4-BE49-F238E27FC236}">
                <a16:creationId xmlns:a16="http://schemas.microsoft.com/office/drawing/2014/main" id="{63737940-2079-4933-9182-E48C7DA45D1C}"/>
              </a:ext>
            </a:extLst>
          </p:cNvPr>
          <p:cNvSpPr>
            <a:spLocks xmlns:a="http://schemas.openxmlformats.org/drawingml/2006/main" noGrp="1"/>
          </p:cNvSpPr>
          <p:nvPr/>
        </p:nvSpPr>
        <p:spPr>
          <a:xfrm xmlns:a="http://schemas.openxmlformats.org/drawingml/2006/main">
            <a:off x="1466850" y="1743075"/>
            <a:ext cx="8096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i="0">
                <a:solidFill>
                  <a:srgbClr val="272923"/>
                </a:solidFill>
                <a:latin typeface="Georgia"/>
                <a:ea typeface="Georgia"/>
                <a:cs typeface="Georgia"/>
              </a:defRPr>
            </a:pPr>
            <a:r>
              <a:rPr sz="1500" b="0" i="0">
                <a:solidFill>
                  <a:srgbClr val="272923"/>
                </a:solidFill>
                <a:latin typeface="Georgia"/>
                <a:ea typeface="Georgia"/>
                <a:cs typeface="Georgia"/>
              </a:rPr>
              <a:t>What additional evidence does a region-aware, multi-metric evaluation framework provide beyond traditional image-similarity metrics when evaluating AI-assisted painting restoration?</a:t>
            </a:r>
          </a:p>
        </p:txBody>
      </p:sp>
      <p:sp>
        <p:nvSpPr>
          <p:cNvPr id="9" name="">
            <a:extLst xmlns:a="http://schemas.openxmlformats.org/drawingml/2006/main">
              <a:ext uri="{FF2B5EF4-FFF2-40B4-BE49-F238E27FC236}">
                <a16:creationId xmlns:a16="http://schemas.microsoft.com/office/drawing/2014/main" id="{0CF6BBE1-9682-4BFE-85C7-59ECF7EC81C9}"/>
              </a:ext>
            </a:extLst>
          </p:cNvPr>
          <p:cNvSpPr>
            <a:spLocks xmlns:a="http://schemas.openxmlformats.org/drawingml/2006/main" noGrp="1"/>
          </p:cNvSpPr>
          <p:nvPr/>
        </p:nvSpPr>
        <p:spPr>
          <a:xfrm xmlns:a="http://schemas.openxmlformats.org/drawingml/2006/main">
            <a:off x="9734550" y="1485900"/>
            <a:ext cx="1352550" cy="895350"/>
          </a:xfrm>
          <a:prstGeom xmlns:a="http://schemas.openxmlformats.org/drawingml/2006/main" prst="roundRect">
            <a:avLst>
              <a:gd name="adj" fmla="val 5319"/>
            </a:avLst>
          </a:prstGeom>
          <a:solidFill xmlns:a="http://schemas.openxmlformats.org/drawingml/2006/main">
            <a:srgbClr val="DCE4D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BF5D93D-462E-49EA-A75C-9B622074A4C1}"/>
              </a:ext>
            </a:extLst>
          </p:cNvPr>
          <p:cNvSpPr>
            <a:spLocks xmlns:a="http://schemas.openxmlformats.org/drawingml/2006/main" noGrp="1"/>
          </p:cNvSpPr>
          <p:nvPr/>
        </p:nvSpPr>
        <p:spPr>
          <a:xfrm xmlns:a="http://schemas.openxmlformats.org/drawingml/2006/main">
            <a:off x="9829800" y="1581150"/>
            <a:ext cx="1162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183B32"/>
                </a:solidFill>
                <a:latin typeface="Arial"/>
                <a:ea typeface="Arial"/>
                <a:cs typeface="Arial"/>
              </a:defRPr>
            </a:pPr>
            <a:r>
              <a:rPr sz="900" b="1" i="0">
                <a:solidFill>
                  <a:srgbClr val="183B32"/>
                </a:solidFill>
                <a:latin typeface="Arial"/>
                <a:ea typeface="Arial"/>
                <a:cs typeface="Arial"/>
              </a:rPr>
              <a:t>REGIONS +</a:t>
            </a:r>
          </a:p>
          <a:p xmlns:a="http://schemas.openxmlformats.org/drawingml/2006/main">
            <a:pPr>
              <a:buNone/>
              <a:defRPr sz="900" b="1" i="0">
                <a:solidFill>
                  <a:srgbClr val="183B32"/>
                </a:solidFill>
                <a:latin typeface="Arial"/>
                <a:ea typeface="Arial"/>
                <a:cs typeface="Arial"/>
              </a:defRPr>
            </a:pPr>
            <a:r>
              <a:rPr sz="900" b="1" i="0">
                <a:solidFill>
                  <a:srgbClr val="183B32"/>
                </a:solidFill>
                <a:latin typeface="Arial"/>
                <a:ea typeface="Arial"/>
                <a:cs typeface="Arial"/>
              </a:rPr>
              <a:t>METRICS</a:t>
            </a:r>
          </a:p>
        </p:txBody>
      </p:sp>
      <p:sp>
        <p:nvSpPr>
          <p:cNvPr id="11" name="">
            <a:extLst xmlns:a="http://schemas.openxmlformats.org/drawingml/2006/main">
              <a:ext uri="{FF2B5EF4-FFF2-40B4-BE49-F238E27FC236}">
                <a16:creationId xmlns:a16="http://schemas.microsoft.com/office/drawing/2014/main" id="{52FBE1B4-5AEA-4623-813C-2DC666BDE834}"/>
              </a:ext>
            </a:extLst>
          </p:cNvPr>
          <p:cNvSpPr>
            <a:spLocks xmlns:a="http://schemas.openxmlformats.org/drawingml/2006/main" noGrp="1"/>
          </p:cNvSpPr>
          <p:nvPr/>
        </p:nvSpPr>
        <p:spPr>
          <a:xfrm xmlns:a="http://schemas.openxmlformats.org/drawingml/2006/main">
            <a:off x="533400" y="2762250"/>
            <a:ext cx="10553700" cy="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12" name="">
            <a:extLst xmlns:a="http://schemas.openxmlformats.org/drawingml/2006/main">
              <a:ext uri="{FF2B5EF4-FFF2-40B4-BE49-F238E27FC236}">
                <a16:creationId xmlns:a16="http://schemas.microsoft.com/office/drawing/2014/main" id="{E2716C95-EC02-47CA-A9CB-01200FD1E0AF}"/>
              </a:ext>
            </a:extLst>
          </p:cNvPr>
          <p:cNvSpPr>
            <a:spLocks xmlns:a="http://schemas.openxmlformats.org/drawingml/2006/main" noGrp="1"/>
          </p:cNvSpPr>
          <p:nvPr/>
        </p:nvSpPr>
        <p:spPr>
          <a:xfrm xmlns:a="http://schemas.openxmlformats.org/drawingml/2006/main">
            <a:off x="533400" y="2990850"/>
            <a:ext cx="819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025" b="1" i="0">
                <a:solidFill>
                  <a:srgbClr val="A9492D"/>
                </a:solidFill>
                <a:latin typeface="Georgia"/>
                <a:ea typeface="Georgia"/>
                <a:cs typeface="Georgia"/>
              </a:defRPr>
            </a:pPr>
            <a:r>
              <a:rPr sz="2025" b="1" i="0">
                <a:solidFill>
                  <a:srgbClr val="A9492D"/>
                </a:solidFill>
                <a:latin typeface="Georgia"/>
                <a:ea typeface="Georgia"/>
                <a:cs typeface="Georgia"/>
              </a:rPr>
              <a:t>RQ2</a:t>
            </a:r>
          </a:p>
        </p:txBody>
      </p:sp>
      <p:sp>
        <p:nvSpPr>
          <p:cNvPr id="13" name="">
            <a:extLst xmlns:a="http://schemas.openxmlformats.org/drawingml/2006/main">
              <a:ext uri="{FF2B5EF4-FFF2-40B4-BE49-F238E27FC236}">
                <a16:creationId xmlns:a16="http://schemas.microsoft.com/office/drawing/2014/main" id="{86B05491-CCA1-4E36-BC0E-4C9E710C88E4}"/>
              </a:ext>
            </a:extLst>
          </p:cNvPr>
          <p:cNvSpPr>
            <a:spLocks xmlns:a="http://schemas.openxmlformats.org/drawingml/2006/main" noGrp="1"/>
          </p:cNvSpPr>
          <p:nvPr/>
        </p:nvSpPr>
        <p:spPr>
          <a:xfrm xmlns:a="http://schemas.openxmlformats.org/drawingml/2006/main">
            <a:off x="1466850" y="2962275"/>
            <a:ext cx="304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b="1" i="0">
                <a:solidFill>
                  <a:srgbClr val="A9492D"/>
                </a:solidFill>
                <a:latin typeface="Arial"/>
                <a:ea typeface="Arial"/>
                <a:cs typeface="Arial"/>
              </a:defRPr>
            </a:pPr>
            <a:r>
              <a:rPr sz="1200" b="1" i="0">
                <a:solidFill>
                  <a:srgbClr val="A9492D"/>
                </a:solidFill>
                <a:latin typeface="Arial"/>
                <a:ea typeface="Arial"/>
                <a:cs typeface="Arial"/>
              </a:rPr>
              <a:t>Method differences</a:t>
            </a:r>
          </a:p>
        </p:txBody>
      </p:sp>
      <p:sp>
        <p:nvSpPr>
          <p:cNvPr id="14" name="">
            <a:extLst xmlns:a="http://schemas.openxmlformats.org/drawingml/2006/main">
              <a:ext uri="{FF2B5EF4-FFF2-40B4-BE49-F238E27FC236}">
                <a16:creationId xmlns:a16="http://schemas.microsoft.com/office/drawing/2014/main" id="{0DB612E4-21F1-4390-BFF5-A1F34A1F8CD4}"/>
              </a:ext>
            </a:extLst>
          </p:cNvPr>
          <p:cNvSpPr>
            <a:spLocks xmlns:a="http://schemas.openxmlformats.org/drawingml/2006/main" noGrp="1"/>
          </p:cNvSpPr>
          <p:nvPr/>
        </p:nvSpPr>
        <p:spPr>
          <a:xfrm xmlns:a="http://schemas.openxmlformats.org/drawingml/2006/main">
            <a:off x="1466850" y="3305175"/>
            <a:ext cx="8096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i="0">
                <a:solidFill>
                  <a:srgbClr val="272923"/>
                </a:solidFill>
                <a:latin typeface="Georgia"/>
                <a:ea typeface="Georgia"/>
                <a:cs typeface="Georgia"/>
              </a:defRPr>
            </a:pPr>
            <a:r>
              <a:rPr sz="1500" b="0" i="0">
                <a:solidFill>
                  <a:srgbClr val="272923"/>
                </a:solidFill>
                <a:latin typeface="Georgia"/>
                <a:ea typeface="Georgia"/>
                <a:cs typeface="Georgia"/>
              </a:rPr>
              <a:t>How do selected inpainting methods differ in restoration quality across controlled artificial damage conditions, and how consistent are these differences across the evaluated paintings?</a:t>
            </a:r>
          </a:p>
        </p:txBody>
      </p:sp>
      <p:sp>
        <p:nvSpPr>
          <p:cNvPr id="15" name="">
            <a:extLst xmlns:a="http://schemas.openxmlformats.org/drawingml/2006/main">
              <a:ext uri="{FF2B5EF4-FFF2-40B4-BE49-F238E27FC236}">
                <a16:creationId xmlns:a16="http://schemas.microsoft.com/office/drawing/2014/main" id="{65501BDB-F834-437F-956C-6BA45B0AC298}"/>
              </a:ext>
            </a:extLst>
          </p:cNvPr>
          <p:cNvSpPr>
            <a:spLocks xmlns:a="http://schemas.openxmlformats.org/drawingml/2006/main" noGrp="1"/>
          </p:cNvSpPr>
          <p:nvPr/>
        </p:nvSpPr>
        <p:spPr>
          <a:xfrm xmlns:a="http://schemas.openxmlformats.org/drawingml/2006/main">
            <a:off x="9734550" y="3048000"/>
            <a:ext cx="1352550" cy="895350"/>
          </a:xfrm>
          <a:prstGeom xmlns:a="http://schemas.openxmlformats.org/drawingml/2006/main" prst="roundRect">
            <a:avLst>
              <a:gd name="adj" fmla="val 5319"/>
            </a:avLst>
          </a:prstGeom>
          <a:solidFill xmlns:a="http://schemas.openxmlformats.org/drawingml/2006/main">
            <a:srgbClr val="EAD6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E5C74D0-E7E4-4F92-B79F-A5472EE3B33C}"/>
              </a:ext>
            </a:extLst>
          </p:cNvPr>
          <p:cNvSpPr>
            <a:spLocks xmlns:a="http://schemas.openxmlformats.org/drawingml/2006/main" noGrp="1"/>
          </p:cNvSpPr>
          <p:nvPr/>
        </p:nvSpPr>
        <p:spPr>
          <a:xfrm xmlns:a="http://schemas.openxmlformats.org/drawingml/2006/main">
            <a:off x="9829800" y="3143250"/>
            <a:ext cx="1162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A9492D"/>
                </a:solidFill>
                <a:latin typeface="Arial"/>
                <a:ea typeface="Arial"/>
                <a:cs typeface="Arial"/>
              </a:defRPr>
            </a:pPr>
            <a:r>
              <a:rPr sz="900" b="1" i="0">
                <a:solidFill>
                  <a:srgbClr val="A9492D"/>
                </a:solidFill>
                <a:latin typeface="Arial"/>
                <a:ea typeface="Arial"/>
                <a:cs typeface="Arial"/>
              </a:rPr>
              <a:t>PAIRED</a:t>
            </a:r>
          </a:p>
          <a:p xmlns:a="http://schemas.openxmlformats.org/drawingml/2006/main">
            <a:pPr>
              <a:buNone/>
              <a:defRPr sz="900" b="1" i="0">
                <a:solidFill>
                  <a:srgbClr val="A9492D"/>
                </a:solidFill>
                <a:latin typeface="Arial"/>
                <a:ea typeface="Arial"/>
                <a:cs typeface="Arial"/>
              </a:defRPr>
            </a:pPr>
            <a:r>
              <a:rPr sz="900" b="1" i="0">
                <a:solidFill>
                  <a:srgbClr val="A9492D"/>
                </a:solidFill>
                <a:latin typeface="Arial"/>
                <a:ea typeface="Arial"/>
                <a:cs typeface="Arial"/>
              </a:rPr>
              <a:t>COMPARISON</a:t>
            </a:r>
          </a:p>
        </p:txBody>
      </p:sp>
      <p:sp>
        <p:nvSpPr>
          <p:cNvPr id="17" name="">
            <a:extLst xmlns:a="http://schemas.openxmlformats.org/drawingml/2006/main">
              <a:ext uri="{FF2B5EF4-FFF2-40B4-BE49-F238E27FC236}">
                <a16:creationId xmlns:a16="http://schemas.microsoft.com/office/drawing/2014/main" id="{16A71548-E40E-450D-A1FA-2170881D3067}"/>
              </a:ext>
            </a:extLst>
          </p:cNvPr>
          <p:cNvSpPr>
            <a:spLocks xmlns:a="http://schemas.openxmlformats.org/drawingml/2006/main" noGrp="1"/>
          </p:cNvSpPr>
          <p:nvPr/>
        </p:nvSpPr>
        <p:spPr>
          <a:xfrm xmlns:a="http://schemas.openxmlformats.org/drawingml/2006/main">
            <a:off x="533400" y="4324350"/>
            <a:ext cx="10553700" cy="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18" name="">
            <a:extLst xmlns:a="http://schemas.openxmlformats.org/drawingml/2006/main">
              <a:ext uri="{FF2B5EF4-FFF2-40B4-BE49-F238E27FC236}">
                <a16:creationId xmlns:a16="http://schemas.microsoft.com/office/drawing/2014/main" id="{27C0FCAB-AED4-40AD-93EF-DDF1E83E31A3}"/>
              </a:ext>
            </a:extLst>
          </p:cNvPr>
          <p:cNvSpPr>
            <a:spLocks xmlns:a="http://schemas.openxmlformats.org/drawingml/2006/main" noGrp="1"/>
          </p:cNvSpPr>
          <p:nvPr/>
        </p:nvSpPr>
        <p:spPr>
          <a:xfrm xmlns:a="http://schemas.openxmlformats.org/drawingml/2006/main">
            <a:off x="533400" y="4552950"/>
            <a:ext cx="819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025" b="1" i="0">
                <a:solidFill>
                  <a:srgbClr val="B68B2E"/>
                </a:solidFill>
                <a:latin typeface="Georgia"/>
                <a:ea typeface="Georgia"/>
                <a:cs typeface="Georgia"/>
              </a:defRPr>
            </a:pPr>
            <a:r>
              <a:rPr sz="2025" b="1" i="0">
                <a:solidFill>
                  <a:srgbClr val="B68B2E"/>
                </a:solidFill>
                <a:latin typeface="Georgia"/>
                <a:ea typeface="Georgia"/>
                <a:cs typeface="Georgia"/>
              </a:rPr>
              <a:t>RQ3</a:t>
            </a:r>
          </a:p>
        </p:txBody>
      </p:sp>
      <p:sp>
        <p:nvSpPr>
          <p:cNvPr id="19" name="">
            <a:extLst xmlns:a="http://schemas.openxmlformats.org/drawingml/2006/main">
              <a:ext uri="{FF2B5EF4-FFF2-40B4-BE49-F238E27FC236}">
                <a16:creationId xmlns:a16="http://schemas.microsoft.com/office/drawing/2014/main" id="{A1FB249F-60D4-46DE-9FBF-4796E9BE53BF}"/>
              </a:ext>
            </a:extLst>
          </p:cNvPr>
          <p:cNvSpPr>
            <a:spLocks xmlns:a="http://schemas.openxmlformats.org/drawingml/2006/main" noGrp="1"/>
          </p:cNvSpPr>
          <p:nvPr/>
        </p:nvSpPr>
        <p:spPr>
          <a:xfrm xmlns:a="http://schemas.openxmlformats.org/drawingml/2006/main">
            <a:off x="1466850" y="4524375"/>
            <a:ext cx="304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b="1" i="0">
                <a:solidFill>
                  <a:srgbClr val="B68B2E"/>
                </a:solidFill>
                <a:latin typeface="Arial"/>
                <a:ea typeface="Arial"/>
                <a:cs typeface="Arial"/>
              </a:defRPr>
            </a:pPr>
            <a:r>
              <a:rPr sz="1200" b="1" i="0">
                <a:solidFill>
                  <a:srgbClr val="B68B2E"/>
                </a:solidFill>
                <a:latin typeface="Arial"/>
                <a:ea typeface="Arial"/>
                <a:cs typeface="Arial"/>
              </a:rPr>
              <a:t>Stochastic stability</a:t>
            </a:r>
          </a:p>
        </p:txBody>
      </p:sp>
      <p:sp>
        <p:nvSpPr>
          <p:cNvPr id="20" name="">
            <a:extLst xmlns:a="http://schemas.openxmlformats.org/drawingml/2006/main">
              <a:ext uri="{FF2B5EF4-FFF2-40B4-BE49-F238E27FC236}">
                <a16:creationId xmlns:a16="http://schemas.microsoft.com/office/drawing/2014/main" id="{8D4E3481-8856-4EB3-B606-400DF92D8472}"/>
              </a:ext>
            </a:extLst>
          </p:cNvPr>
          <p:cNvSpPr>
            <a:spLocks xmlns:a="http://schemas.openxmlformats.org/drawingml/2006/main" noGrp="1"/>
          </p:cNvSpPr>
          <p:nvPr/>
        </p:nvSpPr>
        <p:spPr>
          <a:xfrm xmlns:a="http://schemas.openxmlformats.org/drawingml/2006/main">
            <a:off x="1466850" y="4867275"/>
            <a:ext cx="8096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i="0">
                <a:solidFill>
                  <a:srgbClr val="272923"/>
                </a:solidFill>
                <a:latin typeface="Georgia"/>
                <a:ea typeface="Georgia"/>
                <a:cs typeface="Georgia"/>
              </a:defRPr>
            </a:pPr>
            <a:r>
              <a:rPr sz="1500" b="0" i="0">
                <a:solidFill>
                  <a:srgbClr val="272923"/>
                </a:solidFill>
                <a:latin typeface="Georgia"/>
                <a:ea typeface="Georgia"/>
                <a:cs typeface="Georgia"/>
              </a:rPr>
              <a:t>How can repeated-candidate disagreement be used to characterize the stability of stochastic painting restorations, and how does it relate to other restoration-quality diagnostics?</a:t>
            </a:r>
          </a:p>
        </p:txBody>
      </p:sp>
      <p:sp>
        <p:nvSpPr>
          <p:cNvPr id="21" name="">
            <a:extLst xmlns:a="http://schemas.openxmlformats.org/drawingml/2006/main">
              <a:ext uri="{FF2B5EF4-FFF2-40B4-BE49-F238E27FC236}">
                <a16:creationId xmlns:a16="http://schemas.microsoft.com/office/drawing/2014/main" id="{DD441349-5581-4904-BB59-A63876E6DDFE}"/>
              </a:ext>
            </a:extLst>
          </p:cNvPr>
          <p:cNvSpPr>
            <a:spLocks xmlns:a="http://schemas.openxmlformats.org/drawingml/2006/main" noGrp="1"/>
          </p:cNvSpPr>
          <p:nvPr/>
        </p:nvSpPr>
        <p:spPr>
          <a:xfrm xmlns:a="http://schemas.openxmlformats.org/drawingml/2006/main">
            <a:off x="9734550" y="4610100"/>
            <a:ext cx="1352550" cy="895350"/>
          </a:xfrm>
          <a:prstGeom xmlns:a="http://schemas.openxmlformats.org/drawingml/2006/main" prst="roundRect">
            <a:avLst>
              <a:gd name="adj" fmla="val 5319"/>
            </a:avLst>
          </a:prstGeom>
          <a:solidFill xmlns:a="http://schemas.openxmlformats.org/drawingml/2006/main">
            <a:srgbClr val="E8DFC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EB5A77D-DE80-4086-A41D-6AED90D5B1A4}"/>
              </a:ext>
            </a:extLst>
          </p:cNvPr>
          <p:cNvSpPr>
            <a:spLocks xmlns:a="http://schemas.openxmlformats.org/drawingml/2006/main" noGrp="1"/>
          </p:cNvSpPr>
          <p:nvPr/>
        </p:nvSpPr>
        <p:spPr>
          <a:xfrm xmlns:a="http://schemas.openxmlformats.org/drawingml/2006/main">
            <a:off x="9829800" y="4705350"/>
            <a:ext cx="1162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B68B2E"/>
                </a:solidFill>
                <a:latin typeface="Arial"/>
                <a:ea typeface="Arial"/>
                <a:cs typeface="Arial"/>
              </a:defRPr>
            </a:pPr>
            <a:r>
              <a:rPr sz="900" b="1" i="0">
                <a:solidFill>
                  <a:srgbClr val="B68B2E"/>
                </a:solidFill>
                <a:latin typeface="Arial"/>
                <a:ea typeface="Arial"/>
                <a:cs typeface="Arial"/>
              </a:rPr>
              <a:t>SEEDS +</a:t>
            </a:r>
          </a:p>
          <a:p xmlns:a="http://schemas.openxmlformats.org/drawingml/2006/main">
            <a:pPr>
              <a:buNone/>
              <a:defRPr sz="900" b="1" i="0">
                <a:solidFill>
                  <a:srgbClr val="B68B2E"/>
                </a:solidFill>
                <a:latin typeface="Arial"/>
                <a:ea typeface="Arial"/>
                <a:cs typeface="Arial"/>
              </a:defRPr>
            </a:pPr>
            <a:r>
              <a:rPr sz="900" b="1" i="0">
                <a:solidFill>
                  <a:srgbClr val="B68B2E"/>
                </a:solidFill>
                <a:latin typeface="Arial"/>
                <a:ea typeface="Arial"/>
                <a:cs typeface="Arial"/>
              </a:rPr>
              <a:t>DIAGNOSTICS</a:t>
            </a:r>
          </a:p>
        </p:txBody>
      </p:sp>
      <p:sp>
        <p:nvSpPr>
          <p:cNvPr id="23" name="">
            <a:extLst xmlns:a="http://schemas.openxmlformats.org/drawingml/2006/main">
              <a:ext uri="{FF2B5EF4-FFF2-40B4-BE49-F238E27FC236}">
                <a16:creationId xmlns:a16="http://schemas.microsoft.com/office/drawing/2014/main" id="{ACBC8C59-F2E8-4A25-8028-0EE5B688FEA5}"/>
              </a:ext>
            </a:extLst>
          </p:cNvPr>
          <p:cNvSpPr>
            <a:spLocks xmlns:a="http://schemas.openxmlformats.org/drawingml/2006/main" noGrp="1"/>
          </p:cNvSpPr>
          <p:nvPr/>
        </p:nvSpPr>
        <p:spPr>
          <a:xfrm xmlns:a="http://schemas.openxmlformats.org/drawingml/2006/main">
            <a:off x="1466850" y="6105525"/>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b="0" i="1">
                <a:solidFill>
                  <a:srgbClr val="716B60"/>
                </a:solidFill>
                <a:latin typeface="Georgia"/>
                <a:ea typeface="Georgia"/>
                <a:cs typeface="Georgia"/>
              </a:defRPr>
            </a:pPr>
            <a:r>
              <a:rPr sz="1200" b="0" i="1">
                <a:solidFill>
                  <a:srgbClr val="716B60"/>
                </a:solidFill>
                <a:latin typeface="Georgia"/>
                <a:ea typeface="Georgia"/>
                <a:cs typeface="Georgia"/>
              </a:rPr>
              <a:t>The questions deliberately separate candidate quality from candidate consistency.</a:t>
            </a:r>
          </a:p>
        </p:txBody>
      </p:sp>
      <p:sp>
        <p:nvSpPr>
          <p:cNvPr id="24" name="">
            <a:extLst xmlns:a="http://schemas.openxmlformats.org/drawingml/2006/main">
              <a:ext uri="{FF2B5EF4-FFF2-40B4-BE49-F238E27FC236}">
                <a16:creationId xmlns:a16="http://schemas.microsoft.com/office/drawing/2014/main" id="{55639B18-97D0-42C7-A7A3-AFEBF26CF665}"/>
              </a:ext>
            </a:extLst>
          </p:cNvPr>
          <p:cNvSpPr>
            <a:spLocks xmlns:a="http://schemas.openxmlformats.org/drawingml/2006/main" noGrp="1"/>
          </p:cNvSpPr>
          <p:nvPr/>
        </p:nvSpPr>
        <p:spPr>
          <a:xfrm xmlns:a="http://schemas.openxmlformats.org/drawingml/2006/main">
            <a:off x="533400" y="6505575"/>
            <a:ext cx="11087100" cy="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25" name="">
            <a:extLst xmlns:a="http://schemas.openxmlformats.org/drawingml/2006/main">
              <a:ext uri="{FF2B5EF4-FFF2-40B4-BE49-F238E27FC236}">
                <a16:creationId xmlns:a16="http://schemas.microsoft.com/office/drawing/2014/main" id="{76A5897F-7C7C-44C9-9FB8-5DDC1AF9E993}"/>
              </a:ext>
            </a:extLst>
          </p:cNvPr>
          <p:cNvSpPr>
            <a:spLocks xmlns:a="http://schemas.openxmlformats.org/drawingml/2006/main" noGrp="1"/>
          </p:cNvSpPr>
          <p:nvPr/>
        </p:nvSpPr>
        <p:spPr>
          <a:xfrm xmlns:a="http://schemas.openxmlformats.org/drawingml/2006/main">
            <a:off x="533400" y="6553200"/>
            <a:ext cx="8763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675" b="1" i="0">
                <a:solidFill>
                  <a:srgbClr val="716B60"/>
                </a:solidFill>
                <a:latin typeface="Arial"/>
                <a:ea typeface="Arial"/>
                <a:cs typeface="Arial"/>
              </a:defRPr>
            </a:pPr>
            <a:r>
              <a:rPr sz="675" b="1" i="0">
                <a:solidFill>
                  <a:srgbClr val="716B60"/>
                </a:solidFill>
                <a:latin typeface="Arial"/>
                <a:ea typeface="Arial"/>
                <a:cs typeface="Arial"/>
              </a:rPr>
              <a:t>TRUSTWORTHY EVALUATION FRAMEWORKS FOR AI-ASSISTED PAINTING RESTORATION</a:t>
            </a:r>
          </a:p>
        </p:txBody>
      </p:sp>
      <p:sp>
        <p:nvSpPr>
          <p:cNvPr id="26" name="">
            <a:extLst xmlns:a="http://schemas.openxmlformats.org/drawingml/2006/main">
              <a:ext uri="{FF2B5EF4-FFF2-40B4-BE49-F238E27FC236}">
                <a16:creationId xmlns:a16="http://schemas.microsoft.com/office/drawing/2014/main" id="{2F9EB1E2-CDEB-4C0B-A265-5F48554D35E9}"/>
              </a:ext>
            </a:extLst>
          </p:cNvPr>
          <p:cNvSpPr>
            <a:spLocks xmlns:a="http://schemas.openxmlformats.org/drawingml/2006/main" noGrp="1"/>
          </p:cNvSpPr>
          <p:nvPr/>
        </p:nvSpPr>
        <p:spPr>
          <a:xfrm xmlns:a="http://schemas.openxmlformats.org/drawingml/2006/main">
            <a:off x="9334500" y="6553200"/>
            <a:ext cx="2286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675" b="1" i="0">
                <a:solidFill>
                  <a:srgbClr val="716B60"/>
                </a:solidFill>
                <a:latin typeface="Arial"/>
                <a:ea typeface="Arial"/>
                <a:cs typeface="Arial"/>
              </a:defRPr>
            </a:pPr>
            <a:r>
              <a:rPr sz="675" b="1" i="0">
                <a:solidFill>
                  <a:srgbClr val="716B60"/>
                </a:solidFill>
                <a:latin typeface="Arial"/>
                <a:ea typeface="Arial"/>
                <a:cs typeface="Arial"/>
              </a:rPr>
              <a:t>RAHUL MADDINENI  •  2/5</a:t>
            </a:r>
          </a:p>
        </p:txBody>
      </p:sp>
    </p:spTree>
    <p:extLst>
      <p:ext uri="{BB962C8B-B14F-4D97-AF65-F5344CB8AC3E}">
        <p14:creationId xmlns:p14="http://schemas.microsoft.com/office/powerpoint/2010/main" val="944000851"/>
      </p:ext>
    </p:extLst>
  </p:cSld>
</p:sld>
</file>

<file path=ppt/slides/slide3.xml><?xml version="1.0" encoding="utf-8"?>
<p:sld xmlns:p="http://schemas.openxmlformats.org/presentationml/2006/main">
  <p:cSld>
    <p:bg>
      <p:bgPr>
        <a:solidFill xmlns:a="http://schemas.openxmlformats.org/drawingml/2006/main">
          <a:srgbClr val="F4EEDC"/>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7C06DD20-BCF4-4A26-9728-382A4B58DD5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83B3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06ECE5B-DF8A-467C-BB98-556B5FEC7FCC}"/>
              </a:ext>
            </a:extLst>
          </p:cNvPr>
          <p:cNvSpPr>
            <a:spLocks xmlns:a="http://schemas.openxmlformats.org/drawingml/2006/main" noGrp="1"/>
          </p:cNvSpPr>
          <p:nvPr/>
        </p:nvSpPr>
        <p:spPr>
          <a:xfrm xmlns:a="http://schemas.openxmlformats.org/drawingml/2006/main">
            <a:off x="533400" y="285750"/>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A9492D"/>
                </a:solidFill>
                <a:latin typeface="Arial"/>
                <a:ea typeface="Arial"/>
                <a:cs typeface="Arial"/>
              </a:defRPr>
            </a:pPr>
            <a:r>
              <a:rPr sz="900" b="1" i="0">
                <a:solidFill>
                  <a:srgbClr val="A9492D"/>
                </a:solidFill>
                <a:latin typeface="Arial"/>
                <a:ea typeface="Arial"/>
                <a:cs typeface="Arial"/>
              </a:rPr>
              <a:t>03  /  PROPOSAL</a:t>
            </a:r>
          </a:p>
        </p:txBody>
      </p:sp>
      <p:sp>
        <p:nvSpPr>
          <p:cNvPr id="3" name="">
            <a:extLst xmlns:a="http://schemas.openxmlformats.org/drawingml/2006/main">
              <a:ext uri="{FF2B5EF4-FFF2-40B4-BE49-F238E27FC236}">
                <a16:creationId xmlns:a16="http://schemas.microsoft.com/office/drawing/2014/main" id="{4E7AA4D9-2BD4-482F-90F9-3D4C82FCAEA6}"/>
              </a:ext>
            </a:extLst>
          </p:cNvPr>
          <p:cNvSpPr>
            <a:spLocks xmlns:a="http://schemas.openxmlformats.org/drawingml/2006/main" noGrp="1"/>
          </p:cNvSpPr>
          <p:nvPr/>
        </p:nvSpPr>
        <p:spPr>
          <a:xfrm xmlns:a="http://schemas.openxmlformats.org/drawingml/2006/main">
            <a:off x="533400" y="54292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700" b="0" i="0">
                <a:solidFill>
                  <a:srgbClr val="183B32"/>
                </a:solidFill>
                <a:latin typeface="Georgia"/>
                <a:ea typeface="Georgia"/>
                <a:cs typeface="Georgia"/>
              </a:defRPr>
            </a:pPr>
            <a:r>
              <a:rPr sz="2700" b="0" i="0">
                <a:solidFill>
                  <a:srgbClr val="183B32"/>
                </a:solidFill>
                <a:latin typeface="Georgia"/>
                <a:ea typeface="Georgia"/>
                <a:cs typeface="Georgia"/>
              </a:rPr>
              <a:t>Methods</a:t>
            </a:r>
          </a:p>
        </p:txBody>
      </p:sp>
      <p:sp>
        <p:nvSpPr>
          <p:cNvPr id="4" name="">
            <a:extLst xmlns:a="http://schemas.openxmlformats.org/drawingml/2006/main">
              <a:ext uri="{FF2B5EF4-FFF2-40B4-BE49-F238E27FC236}">
                <a16:creationId xmlns:a16="http://schemas.microsoft.com/office/drawing/2014/main" id="{EF7A2662-4AAF-4D0B-A63E-9EB9C42821C3}"/>
              </a:ext>
            </a:extLst>
          </p:cNvPr>
          <p:cNvSpPr>
            <a:spLocks xmlns:a="http://schemas.openxmlformats.org/drawingml/2006/main" noGrp="1"/>
          </p:cNvSpPr>
          <p:nvPr/>
        </p:nvSpPr>
        <p:spPr>
          <a:xfrm xmlns:a="http://schemas.openxmlformats.org/drawingml/2006/main">
            <a:off x="7810500" y="590550"/>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75" b="0" i="1">
                <a:solidFill>
                  <a:srgbClr val="716B60"/>
                </a:solidFill>
                <a:latin typeface="Georgia"/>
                <a:ea typeface="Georgia"/>
                <a:cs typeface="Georgia"/>
              </a:defRPr>
            </a:pPr>
            <a:r>
              <a:rPr sz="1275" b="0" i="1">
                <a:solidFill>
                  <a:srgbClr val="716B60"/>
                </a:solidFill>
                <a:latin typeface="Georgia"/>
                <a:ea typeface="Georgia"/>
                <a:cs typeface="Georgia"/>
              </a:rPr>
              <a:t>Controlled inputs, complementary evidence, traceable decisions.</a:t>
            </a:r>
          </a:p>
        </p:txBody>
      </p:sp>
      <p:sp>
        <p:nvSpPr>
          <p:cNvPr id="5" name="">
            <a:extLst xmlns:a="http://schemas.openxmlformats.org/drawingml/2006/main">
              <a:ext uri="{FF2B5EF4-FFF2-40B4-BE49-F238E27FC236}">
                <a16:creationId xmlns:a16="http://schemas.microsoft.com/office/drawing/2014/main" id="{344D5AB3-4BBB-44EC-B46C-2ECD843A3942}"/>
              </a:ext>
            </a:extLst>
          </p:cNvPr>
          <p:cNvSpPr>
            <a:spLocks xmlns:a="http://schemas.openxmlformats.org/drawingml/2006/main" noGrp="1"/>
          </p:cNvSpPr>
          <p:nvPr/>
        </p:nvSpPr>
        <p:spPr>
          <a:xfrm xmlns:a="http://schemas.openxmlformats.org/drawingml/2006/main">
            <a:off x="533400" y="1104900"/>
            <a:ext cx="11087100" cy="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0ba9dae64947445c"/>
          <a:srcRect xmlns:a="http://schemas.openxmlformats.org/drawingml/2006/main" l="0" t="21898" r="0" b="21898"/>
          <a:stretch xmlns:a="http://schemas.openxmlformats.org/drawingml/2006/main">
            <a:fillRect l="0" t="0" r="0" b="0"/>
          </a:stretch>
        </p:blipFill>
        <p:spPr>
          <a:xfrm xmlns:a="http://schemas.openxmlformats.org/drawingml/2006/main">
            <a:off x="533400" y="1390650"/>
            <a:ext cx="2609850" cy="1466850"/>
          </a:xfrm>
          <a:prstGeom xmlns:a="http://schemas.openxmlformats.org/drawingml/2006/main" prst="roundRect">
            <a:avLst>
              <a:gd name="adj" fmla="val 2597"/>
            </a:avLst>
          </a:prstGeom>
        </p:spPr>
      </p:pic>
      <p:sp>
        <p:nvSpPr>
          <p:cNvPr id="7" name="">
            <a:extLst xmlns:a="http://schemas.openxmlformats.org/drawingml/2006/main">
              <a:ext uri="{FF2B5EF4-FFF2-40B4-BE49-F238E27FC236}">
                <a16:creationId xmlns:a16="http://schemas.microsoft.com/office/drawing/2014/main" id="{DC0E498B-BC5D-4EBC-9FD2-4747AB507830}"/>
              </a:ext>
            </a:extLst>
          </p:cNvPr>
          <p:cNvSpPr>
            <a:spLocks xmlns:a="http://schemas.openxmlformats.org/drawingml/2006/main" noGrp="1"/>
          </p:cNvSpPr>
          <p:nvPr/>
        </p:nvSpPr>
        <p:spPr>
          <a:xfrm xmlns:a="http://schemas.openxmlformats.org/drawingml/2006/main">
            <a:off x="533400" y="2933700"/>
            <a:ext cx="2609850" cy="1162050"/>
          </a:xfrm>
          <a:prstGeom xmlns:a="http://schemas.openxmlformats.org/drawingml/2006/main" prst="roundRect">
            <a:avLst>
              <a:gd name="adj" fmla="val 3279"/>
            </a:avLst>
          </a:prstGeom>
          <a:solidFill xmlns:a="http://schemas.openxmlformats.org/drawingml/2006/main">
            <a:srgbClr val="FBF7EB"/>
          </a:solidFill>
          <a:ln xmlns:a="http://schemas.openxmlformats.org/drawingml/2006/main" w="9525">
            <a:solidFill>
              <a:srgbClr val="C9BFA9"/>
            </a:solidFill>
            <a:prstDash val="solid"/>
          </a:ln>
        </p:spPr>
      </p:sp>
      <p:sp>
        <p:nvSpPr>
          <p:cNvPr id="8" name="">
            <a:extLst xmlns:a="http://schemas.openxmlformats.org/drawingml/2006/main">
              <a:ext uri="{FF2B5EF4-FFF2-40B4-BE49-F238E27FC236}">
                <a16:creationId xmlns:a16="http://schemas.microsoft.com/office/drawing/2014/main" id="{3B3EAA6D-F0A1-4D59-97F4-2985643EBA65}"/>
              </a:ext>
            </a:extLst>
          </p:cNvPr>
          <p:cNvSpPr>
            <a:spLocks xmlns:a="http://schemas.openxmlformats.org/drawingml/2006/main" noGrp="1"/>
          </p:cNvSpPr>
          <p:nvPr/>
        </p:nvSpPr>
        <p:spPr>
          <a:xfrm xmlns:a="http://schemas.openxmlformats.org/drawingml/2006/main">
            <a:off x="666750" y="3057525"/>
            <a:ext cx="295275" cy="295275"/>
          </a:xfrm>
          <a:prstGeom xmlns:a="http://schemas.openxmlformats.org/drawingml/2006/main" prst="roundRect">
            <a:avLst>
              <a:gd name="adj" fmla="val 50000"/>
            </a:avLst>
          </a:prstGeom>
          <a:solidFill xmlns:a="http://schemas.openxmlformats.org/drawingml/2006/main">
            <a:srgbClr val="183B3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42E0D83-FC19-4A2F-AF28-0919EDB1BDBC}"/>
              </a:ext>
            </a:extLst>
          </p:cNvPr>
          <p:cNvSpPr>
            <a:spLocks xmlns:a="http://schemas.openxmlformats.org/drawingml/2006/main" noGrp="1"/>
          </p:cNvSpPr>
          <p:nvPr/>
        </p:nvSpPr>
        <p:spPr>
          <a:xfrm xmlns:a="http://schemas.openxmlformats.org/drawingml/2006/main">
            <a:off x="666750" y="3057525"/>
            <a:ext cx="2952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1" i="0">
                <a:solidFill>
                  <a:srgbClr val="FFFFFF"/>
                </a:solidFill>
                <a:latin typeface="Arial"/>
                <a:ea typeface="Arial"/>
                <a:cs typeface="Arial"/>
              </a:defRPr>
            </a:pPr>
            <a:r>
              <a:rPr sz="1125" b="1" i="0">
                <a:solidFill>
                  <a:srgbClr val="FFFFFF"/>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078CD951-882A-494F-A81C-4F0F9A638780}"/>
              </a:ext>
            </a:extLst>
          </p:cNvPr>
          <p:cNvSpPr>
            <a:spLocks xmlns:a="http://schemas.openxmlformats.org/drawingml/2006/main" noGrp="1"/>
          </p:cNvSpPr>
          <p:nvPr/>
        </p:nvSpPr>
        <p:spPr>
          <a:xfrm xmlns:a="http://schemas.openxmlformats.org/drawingml/2006/main">
            <a:off x="1066800" y="3067050"/>
            <a:ext cx="194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183B32"/>
                </a:solidFill>
                <a:latin typeface="Arial"/>
                <a:ea typeface="Arial"/>
                <a:cs typeface="Arial"/>
              </a:defRPr>
            </a:pPr>
            <a:r>
              <a:rPr sz="900" b="1" i="0">
                <a:solidFill>
                  <a:srgbClr val="183B32"/>
                </a:solidFill>
                <a:latin typeface="Arial"/>
                <a:ea typeface="Arial"/>
                <a:cs typeface="Arial"/>
              </a:rPr>
              <a:t>PREPARE</a:t>
            </a:r>
          </a:p>
        </p:txBody>
      </p:sp>
      <p:sp>
        <p:nvSpPr>
          <p:cNvPr id="11" name="">
            <a:extLst xmlns:a="http://schemas.openxmlformats.org/drawingml/2006/main">
              <a:ext uri="{FF2B5EF4-FFF2-40B4-BE49-F238E27FC236}">
                <a16:creationId xmlns:a16="http://schemas.microsoft.com/office/drawing/2014/main" id="{47460A10-3ED6-4500-A7EB-BC28DC7ECB81}"/>
              </a:ext>
            </a:extLst>
          </p:cNvPr>
          <p:cNvSpPr>
            <a:spLocks xmlns:a="http://schemas.openxmlformats.org/drawingml/2006/main" noGrp="1"/>
          </p:cNvSpPr>
          <p:nvPr/>
        </p:nvSpPr>
        <p:spPr>
          <a:xfrm xmlns:a="http://schemas.openxmlformats.org/drawingml/2006/main">
            <a:off x="685800" y="3409950"/>
            <a:ext cx="2305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i="0">
                <a:solidFill>
                  <a:srgbClr val="272923"/>
                </a:solidFill>
                <a:latin typeface="Arial"/>
                <a:ea typeface="Arial"/>
                <a:cs typeface="Arial"/>
              </a:defRPr>
            </a:pPr>
            <a:r>
              <a:rPr sz="1050" b="0" i="0">
                <a:solidFill>
                  <a:srgbClr val="272923"/>
                </a:solidFill>
                <a:latin typeface="Arial"/>
                <a:ea typeface="Arial"/>
                <a:cs typeface="Arial"/>
              </a:rPr>
              <a:t>Normalize to 768 × 768 RGB</a:t>
            </a:r>
          </a:p>
          <a:p xmlns:a="http://schemas.openxmlformats.org/drawingml/2006/main">
            <a:pPr>
              <a:buNone/>
              <a:defRPr sz="1050" b="0" i="0">
                <a:solidFill>
                  <a:srgbClr val="272923"/>
                </a:solidFill>
                <a:latin typeface="Arial"/>
                <a:ea typeface="Arial"/>
                <a:cs typeface="Arial"/>
              </a:defRPr>
            </a:pPr>
            <a:r>
              <a:rPr sz="1050" b="0" i="0">
                <a:solidFill>
                  <a:srgbClr val="272923"/>
                </a:solidFill>
                <a:latin typeface="Arial"/>
                <a:ea typeface="Arial"/>
                <a:cs typeface="Arial"/>
              </a:rPr>
              <a:t>Preserve aspect ratio and content bounds</a:t>
            </a:r>
          </a:p>
        </p:txBody>
      </p:sp>
      <p:sp>
        <p:nvSpPr>
          <p:cNvPr id="12" name="">
            <a:extLst xmlns:a="http://schemas.openxmlformats.org/drawingml/2006/main">
              <a:ext uri="{FF2B5EF4-FFF2-40B4-BE49-F238E27FC236}">
                <a16:creationId xmlns:a16="http://schemas.microsoft.com/office/drawing/2014/main" id="{FA8F5AC6-CED7-48FA-8CDF-5228783E6A19}"/>
              </a:ext>
            </a:extLst>
          </p:cNvPr>
          <p:cNvSpPr>
            <a:spLocks xmlns:a="http://schemas.openxmlformats.org/drawingml/2006/main" noGrp="1"/>
          </p:cNvSpPr>
          <p:nvPr/>
        </p:nvSpPr>
        <p:spPr>
          <a:xfrm xmlns:a="http://schemas.openxmlformats.org/drawingml/2006/main">
            <a:off x="3181350" y="2114550"/>
            <a:ext cx="152400" cy="0"/>
          </a:xfrm>
          <a:prstGeom xmlns:a="http://schemas.openxmlformats.org/drawingml/2006/main" prst="line">
            <a:avLst/>
          </a:prstGeom>
          <a:noFill xmlns:a="http://schemas.openxmlformats.org/drawingml/2006/main"/>
          <a:ln xmlns:a="http://schemas.openxmlformats.org/drawingml/2006/main" w="19050">
            <a:solidFill>
              <a:srgbClr val="A9492D"/>
            </a:solidFill>
            <a:prstDash val="solid"/>
          </a:ln>
        </p:spPr>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f228eebd68f94c2d"/>
          <a:srcRect xmlns:a="http://schemas.openxmlformats.org/drawingml/2006/main" l="0" t="21898" r="0" b="21898"/>
          <a:stretch xmlns:a="http://schemas.openxmlformats.org/drawingml/2006/main">
            <a:fillRect l="0" t="0" r="0" b="0"/>
          </a:stretch>
        </p:blipFill>
        <p:spPr>
          <a:xfrm xmlns:a="http://schemas.openxmlformats.org/drawingml/2006/main" flipH="0" flipV="0">
            <a:off x="3314700" y="1390650"/>
            <a:ext cx="2609850" cy="1466850"/>
          </a:xfrm>
          <a:prstGeom xmlns:a="http://schemas.openxmlformats.org/drawingml/2006/main" prst="roundRect">
            <a:avLst/>
          </a:prstGeom>
        </p:spPr>
      </p:pic>
      <p:sp>
        <p:nvSpPr>
          <p:cNvPr id="14" name="">
            <a:extLst xmlns:a="http://schemas.openxmlformats.org/drawingml/2006/main">
              <a:ext uri="{FF2B5EF4-FFF2-40B4-BE49-F238E27FC236}">
                <a16:creationId xmlns:a16="http://schemas.microsoft.com/office/drawing/2014/main" id="{C4F9A931-3BBC-44D1-A6FF-0A3FCAF01461}"/>
              </a:ext>
            </a:extLst>
          </p:cNvPr>
          <p:cNvSpPr>
            <a:spLocks xmlns:a="http://schemas.openxmlformats.org/drawingml/2006/main" noGrp="1"/>
          </p:cNvSpPr>
          <p:nvPr/>
        </p:nvSpPr>
        <p:spPr>
          <a:xfrm xmlns:a="http://schemas.openxmlformats.org/drawingml/2006/main">
            <a:off x="3314700" y="2933700"/>
            <a:ext cx="2609850" cy="1162050"/>
          </a:xfrm>
          <a:prstGeom xmlns:a="http://schemas.openxmlformats.org/drawingml/2006/main" prst="roundRect">
            <a:avLst>
              <a:gd name="adj" fmla="val 3279"/>
            </a:avLst>
          </a:prstGeom>
          <a:solidFill xmlns:a="http://schemas.openxmlformats.org/drawingml/2006/main">
            <a:srgbClr val="FBF7EB"/>
          </a:solidFill>
          <a:ln xmlns:a="http://schemas.openxmlformats.org/drawingml/2006/main" w="9525">
            <a:solidFill>
              <a:srgbClr val="C9BFA9"/>
            </a:solidFill>
            <a:prstDash val="solid"/>
          </a:ln>
        </p:spPr>
      </p:sp>
      <p:sp>
        <p:nvSpPr>
          <p:cNvPr id="15" name="">
            <a:extLst xmlns:a="http://schemas.openxmlformats.org/drawingml/2006/main">
              <a:ext uri="{FF2B5EF4-FFF2-40B4-BE49-F238E27FC236}">
                <a16:creationId xmlns:a16="http://schemas.microsoft.com/office/drawing/2014/main" id="{082D595F-F908-46A7-9CBD-15CBB76BC630}"/>
              </a:ext>
            </a:extLst>
          </p:cNvPr>
          <p:cNvSpPr>
            <a:spLocks xmlns:a="http://schemas.openxmlformats.org/drawingml/2006/main" noGrp="1"/>
          </p:cNvSpPr>
          <p:nvPr/>
        </p:nvSpPr>
        <p:spPr>
          <a:xfrm xmlns:a="http://schemas.openxmlformats.org/drawingml/2006/main">
            <a:off x="3448050" y="3057525"/>
            <a:ext cx="295275" cy="295275"/>
          </a:xfrm>
          <a:prstGeom xmlns:a="http://schemas.openxmlformats.org/drawingml/2006/main" prst="roundRect">
            <a:avLst>
              <a:gd name="adj" fmla="val 50000"/>
            </a:avLst>
          </a:prstGeom>
          <a:solidFill xmlns:a="http://schemas.openxmlformats.org/drawingml/2006/main">
            <a:srgbClr val="A9492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FF16FE1-2B53-47B2-9A6E-9270678F203B}"/>
              </a:ext>
            </a:extLst>
          </p:cNvPr>
          <p:cNvSpPr>
            <a:spLocks xmlns:a="http://schemas.openxmlformats.org/drawingml/2006/main" noGrp="1"/>
          </p:cNvSpPr>
          <p:nvPr/>
        </p:nvSpPr>
        <p:spPr>
          <a:xfrm xmlns:a="http://schemas.openxmlformats.org/drawingml/2006/main">
            <a:off x="3448050" y="3057525"/>
            <a:ext cx="2952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1" i="0">
                <a:solidFill>
                  <a:srgbClr val="FFFFFF"/>
                </a:solidFill>
                <a:latin typeface="Arial"/>
                <a:ea typeface="Arial"/>
                <a:cs typeface="Arial"/>
              </a:defRPr>
            </a:pPr>
            <a:r>
              <a:rPr sz="1125" b="1" i="0">
                <a:solidFill>
                  <a:srgbClr val="FFFFFF"/>
                </a:solidFill>
                <a:latin typeface="Arial"/>
                <a:ea typeface="Arial"/>
                <a:cs typeface="Arial"/>
              </a:rPr>
              <a:t>2</a:t>
            </a:r>
          </a:p>
        </p:txBody>
      </p:sp>
      <p:sp>
        <p:nvSpPr>
          <p:cNvPr id="17" name="">
            <a:extLst xmlns:a="http://schemas.openxmlformats.org/drawingml/2006/main">
              <a:ext uri="{FF2B5EF4-FFF2-40B4-BE49-F238E27FC236}">
                <a16:creationId xmlns:a16="http://schemas.microsoft.com/office/drawing/2014/main" id="{BAED577C-E0F7-47D3-98A8-D329A3F69822}"/>
              </a:ext>
            </a:extLst>
          </p:cNvPr>
          <p:cNvSpPr>
            <a:spLocks xmlns:a="http://schemas.openxmlformats.org/drawingml/2006/main" noGrp="1"/>
          </p:cNvSpPr>
          <p:nvPr/>
        </p:nvSpPr>
        <p:spPr>
          <a:xfrm xmlns:a="http://schemas.openxmlformats.org/drawingml/2006/main">
            <a:off x="3848100" y="3067050"/>
            <a:ext cx="194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A9492D"/>
                </a:solidFill>
                <a:latin typeface="Arial"/>
                <a:ea typeface="Arial"/>
                <a:cs typeface="Arial"/>
              </a:defRPr>
            </a:pPr>
            <a:r>
              <a:rPr sz="900" b="1" i="0">
                <a:solidFill>
                  <a:srgbClr val="A9492D"/>
                </a:solidFill>
                <a:latin typeface="Arial"/>
                <a:ea typeface="Arial"/>
                <a:cs typeface="Arial"/>
              </a:rPr>
              <a:t>DAMAGE</a:t>
            </a:r>
          </a:p>
        </p:txBody>
      </p:sp>
      <p:sp>
        <p:nvSpPr>
          <p:cNvPr id="18" name="">
            <a:extLst xmlns:a="http://schemas.openxmlformats.org/drawingml/2006/main">
              <a:ext uri="{FF2B5EF4-FFF2-40B4-BE49-F238E27FC236}">
                <a16:creationId xmlns:a16="http://schemas.microsoft.com/office/drawing/2014/main" id="{41D0735C-6D34-42AA-B774-BE680C23B3CC}"/>
              </a:ext>
            </a:extLst>
          </p:cNvPr>
          <p:cNvSpPr>
            <a:spLocks xmlns:a="http://schemas.openxmlformats.org/drawingml/2006/main" noGrp="1"/>
          </p:cNvSpPr>
          <p:nvPr/>
        </p:nvSpPr>
        <p:spPr>
          <a:xfrm xmlns:a="http://schemas.openxmlformats.org/drawingml/2006/main">
            <a:off x="3467100" y="3409950"/>
            <a:ext cx="2305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i="0">
                <a:solidFill>
                  <a:srgbClr val="272923"/>
                </a:solidFill>
                <a:latin typeface="Arial"/>
                <a:ea typeface="Arial"/>
                <a:cs typeface="Arial"/>
              </a:defRPr>
            </a:pPr>
            <a:r>
              <a:rPr sz="1050" b="0" i="0">
                <a:solidFill>
                  <a:srgbClr val="272923"/>
                </a:solidFill>
                <a:latin typeface="Arial"/>
                <a:ea typeface="Arial"/>
                <a:cs typeface="Arial"/>
              </a:rPr>
              <a:t>Canonical masks</a:t>
            </a:r>
          </a:p>
          <a:p xmlns:a="http://schemas.openxmlformats.org/drawingml/2006/main">
            <a:pPr>
              <a:buNone/>
              <a:defRPr sz="1050" b="0" i="0">
                <a:solidFill>
                  <a:srgbClr val="272923"/>
                </a:solidFill>
                <a:latin typeface="Arial"/>
                <a:ea typeface="Arial"/>
                <a:cs typeface="Arial"/>
              </a:defRPr>
            </a:pPr>
            <a:r>
              <a:rPr sz="1050" b="0" i="0">
                <a:solidFill>
                  <a:srgbClr val="272923"/>
                </a:solidFill>
                <a:latin typeface="Arial"/>
                <a:ea typeface="Arial"/>
                <a:cs typeface="Arial"/>
              </a:rPr>
              <a:t>Size and geometry variants</a:t>
            </a:r>
          </a:p>
          <a:p xmlns:a="http://schemas.openxmlformats.org/drawingml/2006/main">
            <a:pPr>
              <a:buNone/>
              <a:defRPr sz="1050" b="0" i="0">
                <a:solidFill>
                  <a:srgbClr val="272923"/>
                </a:solidFill>
                <a:latin typeface="Arial"/>
                <a:ea typeface="Arial"/>
                <a:cs typeface="Arial"/>
              </a:defRPr>
            </a:pPr>
            <a:r>
              <a:rPr sz="1050" b="0" i="0">
                <a:solidFill>
                  <a:srgbClr val="272923"/>
                </a:solidFill>
                <a:latin typeface="Arial"/>
                <a:ea typeface="Arial"/>
                <a:cs typeface="Arial"/>
              </a:rPr>
              <a:t>Procedural degradations</a:t>
            </a:r>
          </a:p>
        </p:txBody>
      </p:sp>
      <p:sp>
        <p:nvSpPr>
          <p:cNvPr id="19" name="">
            <a:extLst xmlns:a="http://schemas.openxmlformats.org/drawingml/2006/main">
              <a:ext uri="{FF2B5EF4-FFF2-40B4-BE49-F238E27FC236}">
                <a16:creationId xmlns:a16="http://schemas.microsoft.com/office/drawing/2014/main" id="{7D92F82C-7389-46BC-BAA0-D81276D34B8B}"/>
              </a:ext>
            </a:extLst>
          </p:cNvPr>
          <p:cNvSpPr>
            <a:spLocks xmlns:a="http://schemas.openxmlformats.org/drawingml/2006/main" noGrp="1"/>
          </p:cNvSpPr>
          <p:nvPr/>
        </p:nvSpPr>
        <p:spPr>
          <a:xfrm xmlns:a="http://schemas.openxmlformats.org/drawingml/2006/main">
            <a:off x="5962650" y="2114550"/>
            <a:ext cx="152400" cy="0"/>
          </a:xfrm>
          <a:prstGeom xmlns:a="http://schemas.openxmlformats.org/drawingml/2006/main" prst="line">
            <a:avLst/>
          </a:prstGeom>
          <a:noFill xmlns:a="http://schemas.openxmlformats.org/drawingml/2006/main"/>
          <a:ln xmlns:a="http://schemas.openxmlformats.org/drawingml/2006/main" w="19050">
            <a:solidFill>
              <a:srgbClr val="A9492D"/>
            </a:solidFill>
            <a:prstDash val="solid"/>
          </a:ln>
        </p:spPr>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88f800d4bf234a84"/>
          <a:srcRect xmlns:a="http://schemas.openxmlformats.org/drawingml/2006/main" l="0" t="21898" r="0" b="21898"/>
          <a:stretch xmlns:a="http://schemas.openxmlformats.org/drawingml/2006/main">
            <a:fillRect l="0" t="0" r="0" b="0"/>
          </a:stretch>
        </p:blipFill>
        <p:spPr>
          <a:xfrm xmlns:a="http://schemas.openxmlformats.org/drawingml/2006/main" flipH="0" flipV="0">
            <a:off x="6096000" y="1390650"/>
            <a:ext cx="2609850" cy="1466850"/>
          </a:xfrm>
          <a:prstGeom xmlns:a="http://schemas.openxmlformats.org/drawingml/2006/main" prst="roundRect">
            <a:avLst/>
          </a:prstGeom>
        </p:spPr>
      </p:pic>
      <p:sp>
        <p:nvSpPr>
          <p:cNvPr id="21" name="">
            <a:extLst xmlns:a="http://schemas.openxmlformats.org/drawingml/2006/main">
              <a:ext uri="{FF2B5EF4-FFF2-40B4-BE49-F238E27FC236}">
                <a16:creationId xmlns:a16="http://schemas.microsoft.com/office/drawing/2014/main" id="{F4533461-AAEC-4439-810E-54BF5D375842}"/>
              </a:ext>
            </a:extLst>
          </p:cNvPr>
          <p:cNvSpPr>
            <a:spLocks xmlns:a="http://schemas.openxmlformats.org/drawingml/2006/main" noGrp="1"/>
          </p:cNvSpPr>
          <p:nvPr/>
        </p:nvSpPr>
        <p:spPr>
          <a:xfrm xmlns:a="http://schemas.openxmlformats.org/drawingml/2006/main">
            <a:off x="6096000" y="2933700"/>
            <a:ext cx="2609850" cy="1162050"/>
          </a:xfrm>
          <a:prstGeom xmlns:a="http://schemas.openxmlformats.org/drawingml/2006/main" prst="roundRect">
            <a:avLst>
              <a:gd name="adj" fmla="val 3279"/>
            </a:avLst>
          </a:prstGeom>
          <a:solidFill xmlns:a="http://schemas.openxmlformats.org/drawingml/2006/main">
            <a:srgbClr val="FBF7EB"/>
          </a:solidFill>
          <a:ln xmlns:a="http://schemas.openxmlformats.org/drawingml/2006/main" w="9525">
            <a:solidFill>
              <a:srgbClr val="C9BFA9"/>
            </a:solidFill>
            <a:prstDash val="solid"/>
          </a:ln>
        </p:spPr>
      </p:sp>
      <p:sp>
        <p:nvSpPr>
          <p:cNvPr id="22" name="">
            <a:extLst xmlns:a="http://schemas.openxmlformats.org/drawingml/2006/main">
              <a:ext uri="{FF2B5EF4-FFF2-40B4-BE49-F238E27FC236}">
                <a16:creationId xmlns:a16="http://schemas.microsoft.com/office/drawing/2014/main" id="{2BBA4AE8-D264-47A8-B0EA-E859DEC276C8}"/>
              </a:ext>
            </a:extLst>
          </p:cNvPr>
          <p:cNvSpPr>
            <a:spLocks xmlns:a="http://schemas.openxmlformats.org/drawingml/2006/main" noGrp="1"/>
          </p:cNvSpPr>
          <p:nvPr/>
        </p:nvSpPr>
        <p:spPr>
          <a:xfrm xmlns:a="http://schemas.openxmlformats.org/drawingml/2006/main">
            <a:off x="6229350" y="3057525"/>
            <a:ext cx="295275" cy="295275"/>
          </a:xfrm>
          <a:prstGeom xmlns:a="http://schemas.openxmlformats.org/drawingml/2006/main" prst="roundRect">
            <a:avLst>
              <a:gd name="adj" fmla="val 50000"/>
            </a:avLst>
          </a:prstGeom>
          <a:solidFill xmlns:a="http://schemas.openxmlformats.org/drawingml/2006/main">
            <a:srgbClr val="183B3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D2CACAD-D222-424E-9BC6-8DBA547882B7}"/>
              </a:ext>
            </a:extLst>
          </p:cNvPr>
          <p:cNvSpPr>
            <a:spLocks xmlns:a="http://schemas.openxmlformats.org/drawingml/2006/main" noGrp="1"/>
          </p:cNvSpPr>
          <p:nvPr/>
        </p:nvSpPr>
        <p:spPr>
          <a:xfrm xmlns:a="http://schemas.openxmlformats.org/drawingml/2006/main">
            <a:off x="6229350" y="3057525"/>
            <a:ext cx="2952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1" i="0">
                <a:solidFill>
                  <a:srgbClr val="FFFFFF"/>
                </a:solidFill>
                <a:latin typeface="Arial"/>
                <a:ea typeface="Arial"/>
                <a:cs typeface="Arial"/>
              </a:defRPr>
            </a:pPr>
            <a:r>
              <a:rPr sz="1125" b="1" i="0">
                <a:solidFill>
                  <a:srgbClr val="FFFFFF"/>
                </a:solidFill>
                <a:latin typeface="Arial"/>
                <a:ea typeface="Arial"/>
                <a:cs typeface="Arial"/>
              </a:rPr>
              <a:t>3</a:t>
            </a:r>
          </a:p>
        </p:txBody>
      </p:sp>
      <p:sp>
        <p:nvSpPr>
          <p:cNvPr id="24" name="">
            <a:extLst xmlns:a="http://schemas.openxmlformats.org/drawingml/2006/main">
              <a:ext uri="{FF2B5EF4-FFF2-40B4-BE49-F238E27FC236}">
                <a16:creationId xmlns:a16="http://schemas.microsoft.com/office/drawing/2014/main" id="{44FD887C-2C7F-4B91-88E9-C0A9D3B4D663}"/>
              </a:ext>
            </a:extLst>
          </p:cNvPr>
          <p:cNvSpPr>
            <a:spLocks xmlns:a="http://schemas.openxmlformats.org/drawingml/2006/main" noGrp="1"/>
          </p:cNvSpPr>
          <p:nvPr/>
        </p:nvSpPr>
        <p:spPr>
          <a:xfrm xmlns:a="http://schemas.openxmlformats.org/drawingml/2006/main">
            <a:off x="6629400" y="3067050"/>
            <a:ext cx="194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183B32"/>
                </a:solidFill>
                <a:latin typeface="Arial"/>
                <a:ea typeface="Arial"/>
                <a:cs typeface="Arial"/>
              </a:defRPr>
            </a:pPr>
            <a:r>
              <a:rPr sz="900" b="1" i="0">
                <a:solidFill>
                  <a:srgbClr val="183B32"/>
                </a:solidFill>
                <a:latin typeface="Arial"/>
                <a:ea typeface="Arial"/>
                <a:cs typeface="Arial"/>
              </a:rPr>
              <a:t>RESTORE</a:t>
            </a:r>
          </a:p>
        </p:txBody>
      </p:sp>
      <p:sp>
        <p:nvSpPr>
          <p:cNvPr id="25" name="">
            <a:extLst xmlns:a="http://schemas.openxmlformats.org/drawingml/2006/main">
              <a:ext uri="{FF2B5EF4-FFF2-40B4-BE49-F238E27FC236}">
                <a16:creationId xmlns:a16="http://schemas.microsoft.com/office/drawing/2014/main" id="{8B0F62B0-8D43-49EF-B06B-9CA5B246201C}"/>
              </a:ext>
            </a:extLst>
          </p:cNvPr>
          <p:cNvSpPr>
            <a:spLocks xmlns:a="http://schemas.openxmlformats.org/drawingml/2006/main" noGrp="1"/>
          </p:cNvSpPr>
          <p:nvPr/>
        </p:nvSpPr>
        <p:spPr>
          <a:xfrm xmlns:a="http://schemas.openxmlformats.org/drawingml/2006/main">
            <a:off x="6248400" y="3409950"/>
            <a:ext cx="2305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i="0">
                <a:solidFill>
                  <a:srgbClr val="272923"/>
                </a:solidFill>
                <a:latin typeface="Arial"/>
                <a:ea typeface="Arial"/>
                <a:cs typeface="Arial"/>
              </a:defRPr>
            </a:pPr>
            <a:r>
              <a:rPr sz="1050" b="0" i="0">
                <a:solidFill>
                  <a:srgbClr val="272923"/>
                </a:solidFill>
                <a:latin typeface="Arial"/>
                <a:ea typeface="Arial"/>
                <a:cs typeface="Arial"/>
              </a:rPr>
              <a:t>Telea · LaMa · HINT</a:t>
            </a:r>
          </a:p>
          <a:p xmlns:a="http://schemas.openxmlformats.org/drawingml/2006/main">
            <a:pPr>
              <a:buNone/>
              <a:defRPr sz="1050" b="0" i="0">
                <a:solidFill>
                  <a:srgbClr val="272923"/>
                </a:solidFill>
                <a:latin typeface="Arial"/>
                <a:ea typeface="Arial"/>
                <a:cs typeface="Arial"/>
              </a:defRPr>
            </a:pPr>
            <a:r>
              <a:rPr sz="1050" b="0" i="0">
                <a:solidFill>
                  <a:srgbClr val="272923"/>
                </a:solidFill>
                <a:latin typeface="Arial"/>
                <a:ea typeface="Arial"/>
                <a:cs typeface="Arial"/>
              </a:rPr>
              <a:t>Stable Diffusion 1.5</a:t>
            </a:r>
          </a:p>
          <a:p xmlns:a="http://schemas.openxmlformats.org/drawingml/2006/main">
            <a:pPr>
              <a:buNone/>
              <a:defRPr sz="1050" b="0" i="0">
                <a:solidFill>
                  <a:srgbClr val="272923"/>
                </a:solidFill>
                <a:latin typeface="Arial"/>
                <a:ea typeface="Arial"/>
                <a:cs typeface="Arial"/>
              </a:defRPr>
            </a:pPr>
            <a:r>
              <a:rPr sz="1050" b="0" i="0">
                <a:solidFill>
                  <a:srgbClr val="272923"/>
                </a:solidFill>
                <a:latin typeface="Arial"/>
                <a:ea typeface="Arial"/>
                <a:cs typeface="Arial"/>
              </a:rPr>
              <a:t>Bounded SDXL branch</a:t>
            </a:r>
          </a:p>
        </p:txBody>
      </p:sp>
      <p:sp>
        <p:nvSpPr>
          <p:cNvPr id="26" name="">
            <a:extLst xmlns:a="http://schemas.openxmlformats.org/drawingml/2006/main">
              <a:ext uri="{FF2B5EF4-FFF2-40B4-BE49-F238E27FC236}">
                <a16:creationId xmlns:a16="http://schemas.microsoft.com/office/drawing/2014/main" id="{D57005F5-F778-4D2F-BA48-6AE4C33F7911}"/>
              </a:ext>
            </a:extLst>
          </p:cNvPr>
          <p:cNvSpPr>
            <a:spLocks xmlns:a="http://schemas.openxmlformats.org/drawingml/2006/main" noGrp="1"/>
          </p:cNvSpPr>
          <p:nvPr/>
        </p:nvSpPr>
        <p:spPr>
          <a:xfrm xmlns:a="http://schemas.openxmlformats.org/drawingml/2006/main">
            <a:off x="8743950" y="2114550"/>
            <a:ext cx="152400" cy="0"/>
          </a:xfrm>
          <a:prstGeom xmlns:a="http://schemas.openxmlformats.org/drawingml/2006/main" prst="line">
            <a:avLst/>
          </a:prstGeom>
          <a:noFill xmlns:a="http://schemas.openxmlformats.org/drawingml/2006/main"/>
          <a:ln xmlns:a="http://schemas.openxmlformats.org/drawingml/2006/main" w="19050">
            <a:solidFill>
              <a:srgbClr val="A9492D"/>
            </a:solidFill>
            <a:prstDash val="solid"/>
          </a:ln>
        </p:spPr>
      </p:sp>
      <p:pic>
        <p:nvPicPr>
          <p:cNvPr id="84" name=""/>
          <p:cNvPicPr>
            <a:picLocks xmlns:a="http://schemas.openxmlformats.org/drawingml/2006/main" noChangeAspect="1"/>
          </p:cNvPicPr>
          <p:nvPr/>
        </p:nvPicPr>
        <p:blipFill>
          <a:blip xmlns:r="http://schemas.openxmlformats.org/officeDocument/2006/relationships" xmlns:a="http://schemas.openxmlformats.org/drawingml/2006/main" r:embed="R03eac1593e2741a0"/>
          <a:srcRect xmlns:a="http://schemas.openxmlformats.org/drawingml/2006/main" l="0" t="21898" r="0" b="21898"/>
          <a:stretch xmlns:a="http://schemas.openxmlformats.org/drawingml/2006/main">
            <a:fillRect l="0" t="0" r="0" b="0"/>
          </a:stretch>
        </p:blipFill>
        <p:spPr>
          <a:xfrm xmlns:a="http://schemas.openxmlformats.org/drawingml/2006/main" flipH="0" flipV="0">
            <a:off x="8877300" y="1390650"/>
            <a:ext cx="2609850" cy="1466850"/>
          </a:xfrm>
          <a:prstGeom xmlns:a="http://schemas.openxmlformats.org/drawingml/2006/main" prst="roundRect">
            <a:avLst/>
          </a:prstGeom>
        </p:spPr>
      </p:pic>
      <p:sp>
        <p:nvSpPr>
          <p:cNvPr id="28" name="">
            <a:extLst xmlns:a="http://schemas.openxmlformats.org/drawingml/2006/main">
              <a:ext uri="{FF2B5EF4-FFF2-40B4-BE49-F238E27FC236}">
                <a16:creationId xmlns:a16="http://schemas.microsoft.com/office/drawing/2014/main" id="{283F1100-38FB-4F6A-8DB8-74C80EE91626}"/>
              </a:ext>
            </a:extLst>
          </p:cNvPr>
          <p:cNvSpPr>
            <a:spLocks xmlns:a="http://schemas.openxmlformats.org/drawingml/2006/main" noGrp="1"/>
          </p:cNvSpPr>
          <p:nvPr/>
        </p:nvSpPr>
        <p:spPr>
          <a:xfrm xmlns:a="http://schemas.openxmlformats.org/drawingml/2006/main">
            <a:off x="8877300" y="2933700"/>
            <a:ext cx="2609850" cy="1162050"/>
          </a:xfrm>
          <a:prstGeom xmlns:a="http://schemas.openxmlformats.org/drawingml/2006/main" prst="roundRect">
            <a:avLst>
              <a:gd name="adj" fmla="val 3279"/>
            </a:avLst>
          </a:prstGeom>
          <a:solidFill xmlns:a="http://schemas.openxmlformats.org/drawingml/2006/main">
            <a:srgbClr val="FBF7EB"/>
          </a:solidFill>
          <a:ln xmlns:a="http://schemas.openxmlformats.org/drawingml/2006/main" w="9525">
            <a:solidFill>
              <a:srgbClr val="C9BFA9"/>
            </a:solidFill>
            <a:prstDash val="solid"/>
          </a:ln>
        </p:spPr>
      </p:sp>
      <p:sp>
        <p:nvSpPr>
          <p:cNvPr id="29" name="">
            <a:extLst xmlns:a="http://schemas.openxmlformats.org/drawingml/2006/main">
              <a:ext uri="{FF2B5EF4-FFF2-40B4-BE49-F238E27FC236}">
                <a16:creationId xmlns:a16="http://schemas.microsoft.com/office/drawing/2014/main" id="{3A95DD41-92A6-494D-9728-B33E06E8CCC5}"/>
              </a:ext>
            </a:extLst>
          </p:cNvPr>
          <p:cNvSpPr>
            <a:spLocks xmlns:a="http://schemas.openxmlformats.org/drawingml/2006/main" noGrp="1"/>
          </p:cNvSpPr>
          <p:nvPr/>
        </p:nvSpPr>
        <p:spPr>
          <a:xfrm xmlns:a="http://schemas.openxmlformats.org/drawingml/2006/main">
            <a:off x="9010650" y="3057525"/>
            <a:ext cx="295275" cy="295275"/>
          </a:xfrm>
          <a:prstGeom xmlns:a="http://schemas.openxmlformats.org/drawingml/2006/main" prst="roundRect">
            <a:avLst>
              <a:gd name="adj" fmla="val 50000"/>
            </a:avLst>
          </a:prstGeom>
          <a:solidFill xmlns:a="http://schemas.openxmlformats.org/drawingml/2006/main">
            <a:srgbClr val="B68B2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936E0C9-DE31-4FCA-9CEF-51461CB7AA8A}"/>
              </a:ext>
            </a:extLst>
          </p:cNvPr>
          <p:cNvSpPr>
            <a:spLocks xmlns:a="http://schemas.openxmlformats.org/drawingml/2006/main" noGrp="1"/>
          </p:cNvSpPr>
          <p:nvPr/>
        </p:nvSpPr>
        <p:spPr>
          <a:xfrm xmlns:a="http://schemas.openxmlformats.org/drawingml/2006/main">
            <a:off x="9010650" y="3057525"/>
            <a:ext cx="2952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1" i="0">
                <a:solidFill>
                  <a:srgbClr val="FFFFFF"/>
                </a:solidFill>
                <a:latin typeface="Arial"/>
                <a:ea typeface="Arial"/>
                <a:cs typeface="Arial"/>
              </a:defRPr>
            </a:pPr>
            <a:r>
              <a:rPr sz="1125" b="1" i="0">
                <a:solidFill>
                  <a:srgbClr val="FFFFFF"/>
                </a:solidFill>
                <a:latin typeface="Arial"/>
                <a:ea typeface="Arial"/>
                <a:cs typeface="Arial"/>
              </a:rPr>
              <a:t>4</a:t>
            </a:r>
          </a:p>
        </p:txBody>
      </p:sp>
      <p:sp>
        <p:nvSpPr>
          <p:cNvPr id="31" name="">
            <a:extLst xmlns:a="http://schemas.openxmlformats.org/drawingml/2006/main">
              <a:ext uri="{FF2B5EF4-FFF2-40B4-BE49-F238E27FC236}">
                <a16:creationId xmlns:a16="http://schemas.microsoft.com/office/drawing/2014/main" id="{5AF4124D-68A5-4255-8070-10338F38F9AB}"/>
              </a:ext>
            </a:extLst>
          </p:cNvPr>
          <p:cNvSpPr>
            <a:spLocks xmlns:a="http://schemas.openxmlformats.org/drawingml/2006/main" noGrp="1"/>
          </p:cNvSpPr>
          <p:nvPr/>
        </p:nvSpPr>
        <p:spPr>
          <a:xfrm xmlns:a="http://schemas.openxmlformats.org/drawingml/2006/main">
            <a:off x="9410700" y="3067050"/>
            <a:ext cx="194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183B32"/>
                </a:solidFill>
                <a:latin typeface="Arial"/>
                <a:ea typeface="Arial"/>
                <a:cs typeface="Arial"/>
              </a:defRPr>
            </a:pPr>
            <a:r>
              <a:rPr sz="900" b="1" i="0">
                <a:solidFill>
                  <a:srgbClr val="183B32"/>
                </a:solidFill>
                <a:latin typeface="Arial"/>
                <a:ea typeface="Arial"/>
                <a:cs typeface="Arial"/>
              </a:rPr>
              <a:t>DIAGNOSE</a:t>
            </a:r>
          </a:p>
        </p:txBody>
      </p:sp>
      <p:sp>
        <p:nvSpPr>
          <p:cNvPr id="32" name="">
            <a:extLst xmlns:a="http://schemas.openxmlformats.org/drawingml/2006/main">
              <a:ext uri="{FF2B5EF4-FFF2-40B4-BE49-F238E27FC236}">
                <a16:creationId xmlns:a16="http://schemas.microsoft.com/office/drawing/2014/main" id="{B6E746D7-1426-4F26-8871-5F1EAB90CEDA}"/>
              </a:ext>
            </a:extLst>
          </p:cNvPr>
          <p:cNvSpPr>
            <a:spLocks xmlns:a="http://schemas.openxmlformats.org/drawingml/2006/main" noGrp="1"/>
          </p:cNvSpPr>
          <p:nvPr/>
        </p:nvSpPr>
        <p:spPr>
          <a:xfrm xmlns:a="http://schemas.openxmlformats.org/drawingml/2006/main">
            <a:off x="9029700" y="3409950"/>
            <a:ext cx="2305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i="0">
                <a:solidFill>
                  <a:srgbClr val="272923"/>
                </a:solidFill>
                <a:latin typeface="Arial"/>
                <a:ea typeface="Arial"/>
                <a:cs typeface="Arial"/>
              </a:defRPr>
            </a:pPr>
            <a:r>
              <a:rPr sz="1050" b="0" i="0">
                <a:solidFill>
                  <a:srgbClr val="272923"/>
                </a:solidFill>
                <a:latin typeface="Arial"/>
                <a:ea typeface="Arial"/>
                <a:cs typeface="Arial"/>
              </a:rPr>
              <a:t>Absolute error vs original</a:t>
            </a:r>
          </a:p>
          <a:p xmlns:a="http://schemas.openxmlformats.org/drawingml/2006/main">
            <a:pPr>
              <a:buNone/>
              <a:defRPr sz="1050" b="0" i="0">
                <a:solidFill>
                  <a:srgbClr val="272923"/>
                </a:solidFill>
                <a:latin typeface="Arial"/>
                <a:ea typeface="Arial"/>
                <a:cs typeface="Arial"/>
              </a:defRPr>
            </a:pPr>
            <a:r>
              <a:rPr sz="1050" b="0" i="0">
                <a:solidFill>
                  <a:srgbClr val="272923"/>
                </a:solidFill>
                <a:latin typeface="Arial"/>
                <a:ea typeface="Arial"/>
                <a:cs typeface="Arial"/>
              </a:rPr>
              <a:t>Bright pixels = mismatch</a:t>
            </a:r>
          </a:p>
          <a:p xmlns:a="http://schemas.openxmlformats.org/drawingml/2006/main">
            <a:pPr>
              <a:buNone/>
              <a:defRPr sz="1050" b="0" i="0">
                <a:solidFill>
                  <a:srgbClr val="272923"/>
                </a:solidFill>
                <a:latin typeface="Arial"/>
                <a:ea typeface="Arial"/>
                <a:cs typeface="Arial"/>
              </a:defRPr>
            </a:pPr>
            <a:r>
              <a:rPr sz="1050" b="0" i="0">
                <a:solidFill>
                  <a:srgbClr val="272923"/>
                </a:solidFill>
                <a:latin typeface="Arial"/>
                <a:ea typeface="Arial"/>
                <a:cs typeface="Arial"/>
              </a:rPr>
              <a:t>Dark pixels = closer match</a:t>
            </a:r>
          </a:p>
        </p:txBody>
      </p:sp>
      <p:sp>
        <p:nvSpPr>
          <p:cNvPr id="33" name="">
            <a:extLst xmlns:a="http://schemas.openxmlformats.org/drawingml/2006/main">
              <a:ext uri="{FF2B5EF4-FFF2-40B4-BE49-F238E27FC236}">
                <a16:creationId xmlns:a16="http://schemas.microsoft.com/office/drawing/2014/main" id="{8ABBD782-2B40-4B5F-A271-C69210396998}"/>
              </a:ext>
            </a:extLst>
          </p:cNvPr>
          <p:cNvSpPr>
            <a:spLocks xmlns:a="http://schemas.openxmlformats.org/drawingml/2006/main" noGrp="1"/>
          </p:cNvSpPr>
          <p:nvPr/>
        </p:nvSpPr>
        <p:spPr>
          <a:xfrm xmlns:a="http://schemas.openxmlformats.org/drawingml/2006/main">
            <a:off x="533400" y="4371975"/>
            <a:ext cx="295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A9492D"/>
                </a:solidFill>
                <a:latin typeface="Arial"/>
                <a:ea typeface="Arial"/>
                <a:cs typeface="Arial"/>
              </a:defRPr>
            </a:pPr>
            <a:r>
              <a:rPr sz="900" b="1" i="0">
                <a:solidFill>
                  <a:srgbClr val="A9492D"/>
                </a:solidFill>
                <a:latin typeface="Arial"/>
                <a:ea typeface="Arial"/>
                <a:cs typeface="Arial"/>
              </a:rPr>
              <a:t>EVIDENCE REMAINS SEPARATE</a:t>
            </a:r>
          </a:p>
        </p:txBody>
      </p:sp>
      <p:sp>
        <p:nvSpPr>
          <p:cNvPr id="34" name="">
            <a:extLst xmlns:a="http://schemas.openxmlformats.org/drawingml/2006/main">
              <a:ext uri="{FF2B5EF4-FFF2-40B4-BE49-F238E27FC236}">
                <a16:creationId xmlns:a16="http://schemas.microsoft.com/office/drawing/2014/main" id="{18D1AD15-7152-4602-9B30-E43896A3A487}"/>
              </a:ext>
            </a:extLst>
          </p:cNvPr>
          <p:cNvSpPr>
            <a:spLocks xmlns:a="http://schemas.openxmlformats.org/drawingml/2006/main" noGrp="1"/>
          </p:cNvSpPr>
          <p:nvPr/>
        </p:nvSpPr>
        <p:spPr>
          <a:xfrm xmlns:a="http://schemas.openxmlformats.org/drawingml/2006/main">
            <a:off x="533400" y="4676775"/>
            <a:ext cx="2381250" cy="0"/>
          </a:xfrm>
          <a:prstGeom xmlns:a="http://schemas.openxmlformats.org/drawingml/2006/main" prst="line">
            <a:avLst/>
          </a:prstGeom>
          <a:noFill xmlns:a="http://schemas.openxmlformats.org/drawingml/2006/main"/>
          <a:ln xmlns:a="http://schemas.openxmlformats.org/drawingml/2006/main" w="38100">
            <a:solidFill>
              <a:srgbClr val="183B32"/>
            </a:solidFill>
            <a:prstDash val="solid"/>
          </a:ln>
        </p:spPr>
      </p:sp>
      <p:sp>
        <p:nvSpPr>
          <p:cNvPr id="35" name="">
            <a:extLst xmlns:a="http://schemas.openxmlformats.org/drawingml/2006/main">
              <a:ext uri="{FF2B5EF4-FFF2-40B4-BE49-F238E27FC236}">
                <a16:creationId xmlns:a16="http://schemas.microsoft.com/office/drawing/2014/main" id="{E6268998-E55C-4BF5-A49F-6817A8507AE6}"/>
              </a:ext>
            </a:extLst>
          </p:cNvPr>
          <p:cNvSpPr>
            <a:spLocks xmlns:a="http://schemas.openxmlformats.org/drawingml/2006/main" noGrp="1"/>
          </p:cNvSpPr>
          <p:nvPr/>
        </p:nvSpPr>
        <p:spPr>
          <a:xfrm xmlns:a="http://schemas.openxmlformats.org/drawingml/2006/main">
            <a:off x="533400" y="4772025"/>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183B32"/>
                </a:solidFill>
                <a:latin typeface="Arial"/>
                <a:ea typeface="Arial"/>
                <a:cs typeface="Arial"/>
              </a:defRPr>
            </a:pPr>
            <a:r>
              <a:rPr sz="900" b="1" i="0">
                <a:solidFill>
                  <a:srgbClr val="183B32"/>
                </a:solidFill>
                <a:latin typeface="Arial"/>
                <a:ea typeface="Arial"/>
                <a:cs typeface="Arial"/>
              </a:rPr>
              <a:t>REFERENCE</a:t>
            </a:r>
          </a:p>
        </p:txBody>
      </p:sp>
      <p:sp>
        <p:nvSpPr>
          <p:cNvPr id="36" name="">
            <a:extLst xmlns:a="http://schemas.openxmlformats.org/drawingml/2006/main">
              <a:ext uri="{FF2B5EF4-FFF2-40B4-BE49-F238E27FC236}">
                <a16:creationId xmlns:a16="http://schemas.microsoft.com/office/drawing/2014/main" id="{CDC15840-5A60-4D15-81D1-E7476D3A3988}"/>
              </a:ext>
            </a:extLst>
          </p:cNvPr>
          <p:cNvSpPr>
            <a:spLocks xmlns:a="http://schemas.openxmlformats.org/drawingml/2006/main" noGrp="1"/>
          </p:cNvSpPr>
          <p:nvPr/>
        </p:nvSpPr>
        <p:spPr>
          <a:xfrm xmlns:a="http://schemas.openxmlformats.org/drawingml/2006/main">
            <a:off x="533400" y="50101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i="0">
                <a:solidFill>
                  <a:srgbClr val="272923"/>
                </a:solidFill>
                <a:latin typeface="Arial"/>
                <a:ea typeface="Arial"/>
                <a:cs typeface="Arial"/>
              </a:defRPr>
            </a:pPr>
            <a:r>
              <a:rPr sz="1050" b="0" i="0">
                <a:solidFill>
                  <a:srgbClr val="272923"/>
                </a:solidFill>
                <a:latin typeface="Arial"/>
                <a:ea typeface="Arial"/>
                <a:cs typeface="Arial"/>
              </a:rPr>
              <a:t>pixel error · PSNR · SSIM</a:t>
            </a:r>
          </a:p>
        </p:txBody>
      </p:sp>
      <p:sp>
        <p:nvSpPr>
          <p:cNvPr id="37" name="">
            <a:extLst xmlns:a="http://schemas.openxmlformats.org/drawingml/2006/main">
              <a:ext uri="{FF2B5EF4-FFF2-40B4-BE49-F238E27FC236}">
                <a16:creationId xmlns:a16="http://schemas.microsoft.com/office/drawing/2014/main" id="{9B627BB4-85B0-4AF0-BDA7-B63D3182559B}"/>
              </a:ext>
            </a:extLst>
          </p:cNvPr>
          <p:cNvSpPr>
            <a:spLocks xmlns:a="http://schemas.openxmlformats.org/drawingml/2006/main" noGrp="1"/>
          </p:cNvSpPr>
          <p:nvPr/>
        </p:nvSpPr>
        <p:spPr>
          <a:xfrm xmlns:a="http://schemas.openxmlformats.org/drawingml/2006/main">
            <a:off x="3248025" y="4676775"/>
            <a:ext cx="2381250" cy="0"/>
          </a:xfrm>
          <a:prstGeom xmlns:a="http://schemas.openxmlformats.org/drawingml/2006/main" prst="line">
            <a:avLst/>
          </a:prstGeom>
          <a:noFill xmlns:a="http://schemas.openxmlformats.org/drawingml/2006/main"/>
          <a:ln xmlns:a="http://schemas.openxmlformats.org/drawingml/2006/main" w="38100">
            <a:solidFill>
              <a:srgbClr val="A9492D"/>
            </a:solidFill>
            <a:prstDash val="solid"/>
          </a:ln>
        </p:spPr>
      </p:sp>
      <p:sp>
        <p:nvSpPr>
          <p:cNvPr id="38" name="">
            <a:extLst xmlns:a="http://schemas.openxmlformats.org/drawingml/2006/main">
              <a:ext uri="{FF2B5EF4-FFF2-40B4-BE49-F238E27FC236}">
                <a16:creationId xmlns:a16="http://schemas.microsoft.com/office/drawing/2014/main" id="{0A148D61-0039-435E-A30E-65CFC8626DAE}"/>
              </a:ext>
            </a:extLst>
          </p:cNvPr>
          <p:cNvSpPr>
            <a:spLocks xmlns:a="http://schemas.openxmlformats.org/drawingml/2006/main" noGrp="1"/>
          </p:cNvSpPr>
          <p:nvPr/>
        </p:nvSpPr>
        <p:spPr>
          <a:xfrm xmlns:a="http://schemas.openxmlformats.org/drawingml/2006/main">
            <a:off x="3248025" y="4772025"/>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A9492D"/>
                </a:solidFill>
                <a:latin typeface="Arial"/>
                <a:ea typeface="Arial"/>
                <a:cs typeface="Arial"/>
              </a:defRPr>
            </a:pPr>
            <a:r>
              <a:rPr sz="900" b="1" i="0">
                <a:solidFill>
                  <a:srgbClr val="A9492D"/>
                </a:solidFill>
                <a:latin typeface="Arial"/>
                <a:ea typeface="Arial"/>
                <a:cs typeface="Arial"/>
              </a:rPr>
              <a:t>PERCEPTUAL</a:t>
            </a:r>
          </a:p>
        </p:txBody>
      </p:sp>
      <p:sp>
        <p:nvSpPr>
          <p:cNvPr id="39" name="">
            <a:extLst xmlns:a="http://schemas.openxmlformats.org/drawingml/2006/main">
              <a:ext uri="{FF2B5EF4-FFF2-40B4-BE49-F238E27FC236}">
                <a16:creationId xmlns:a16="http://schemas.microsoft.com/office/drawing/2014/main" id="{9BD9580A-13F0-47C7-A04A-199799D613C3}"/>
              </a:ext>
            </a:extLst>
          </p:cNvPr>
          <p:cNvSpPr>
            <a:spLocks xmlns:a="http://schemas.openxmlformats.org/drawingml/2006/main" noGrp="1"/>
          </p:cNvSpPr>
          <p:nvPr/>
        </p:nvSpPr>
        <p:spPr>
          <a:xfrm xmlns:a="http://schemas.openxmlformats.org/drawingml/2006/main">
            <a:off x="3248025" y="50101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i="0">
                <a:solidFill>
                  <a:srgbClr val="272923"/>
                </a:solidFill>
                <a:latin typeface="Arial"/>
                <a:ea typeface="Arial"/>
                <a:cs typeface="Arial"/>
              </a:defRPr>
            </a:pPr>
            <a:r>
              <a:rPr sz="1050" b="0" i="0">
                <a:solidFill>
                  <a:srgbClr val="272923"/>
                </a:solidFill>
                <a:latin typeface="Arial"/>
                <a:ea typeface="Arial"/>
                <a:cs typeface="Arial"/>
              </a:rPr>
              <a:t>LPIPS · CLIP · DINOv2</a:t>
            </a:r>
          </a:p>
        </p:txBody>
      </p:sp>
      <p:sp>
        <p:nvSpPr>
          <p:cNvPr id="40" name="">
            <a:extLst xmlns:a="http://schemas.openxmlformats.org/drawingml/2006/main">
              <a:ext uri="{FF2B5EF4-FFF2-40B4-BE49-F238E27FC236}">
                <a16:creationId xmlns:a16="http://schemas.microsoft.com/office/drawing/2014/main" id="{B3DEE1F4-1E19-42A0-AC68-507EBEAFF1B8}"/>
              </a:ext>
            </a:extLst>
          </p:cNvPr>
          <p:cNvSpPr>
            <a:spLocks xmlns:a="http://schemas.openxmlformats.org/drawingml/2006/main" noGrp="1"/>
          </p:cNvSpPr>
          <p:nvPr/>
        </p:nvSpPr>
        <p:spPr>
          <a:xfrm xmlns:a="http://schemas.openxmlformats.org/drawingml/2006/main">
            <a:off x="5962650" y="4676775"/>
            <a:ext cx="2381250" cy="0"/>
          </a:xfrm>
          <a:prstGeom xmlns:a="http://schemas.openxmlformats.org/drawingml/2006/main" prst="line">
            <a:avLst/>
          </a:prstGeom>
          <a:noFill xmlns:a="http://schemas.openxmlformats.org/drawingml/2006/main"/>
          <a:ln xmlns:a="http://schemas.openxmlformats.org/drawingml/2006/main" w="38100">
            <a:solidFill>
              <a:srgbClr val="B68B2E"/>
            </a:solidFill>
            <a:prstDash val="solid"/>
          </a:ln>
        </p:spPr>
      </p:sp>
      <p:sp>
        <p:nvSpPr>
          <p:cNvPr id="41" name="">
            <a:extLst xmlns:a="http://schemas.openxmlformats.org/drawingml/2006/main">
              <a:ext uri="{FF2B5EF4-FFF2-40B4-BE49-F238E27FC236}">
                <a16:creationId xmlns:a16="http://schemas.microsoft.com/office/drawing/2014/main" id="{0F633466-6FE0-4171-98BC-CC14BEF7E387}"/>
              </a:ext>
            </a:extLst>
          </p:cNvPr>
          <p:cNvSpPr>
            <a:spLocks xmlns:a="http://schemas.openxmlformats.org/drawingml/2006/main" noGrp="1"/>
          </p:cNvSpPr>
          <p:nvPr/>
        </p:nvSpPr>
        <p:spPr>
          <a:xfrm xmlns:a="http://schemas.openxmlformats.org/drawingml/2006/main">
            <a:off x="5962650" y="4772025"/>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B68B2E"/>
                </a:solidFill>
                <a:latin typeface="Arial"/>
                <a:ea typeface="Arial"/>
                <a:cs typeface="Arial"/>
              </a:defRPr>
            </a:pPr>
            <a:r>
              <a:rPr sz="900" b="1" i="0">
                <a:solidFill>
                  <a:srgbClr val="B68B2E"/>
                </a:solidFill>
                <a:latin typeface="Arial"/>
                <a:ea typeface="Arial"/>
                <a:cs typeface="Arial"/>
              </a:rPr>
              <a:t>LOCAL</a:t>
            </a:r>
          </a:p>
        </p:txBody>
      </p:sp>
      <p:sp>
        <p:nvSpPr>
          <p:cNvPr id="42" name="">
            <a:extLst xmlns:a="http://schemas.openxmlformats.org/drawingml/2006/main">
              <a:ext uri="{FF2B5EF4-FFF2-40B4-BE49-F238E27FC236}">
                <a16:creationId xmlns:a16="http://schemas.microsoft.com/office/drawing/2014/main" id="{1CDADB28-51F7-4482-B9E2-04E218038126}"/>
              </a:ext>
            </a:extLst>
          </p:cNvPr>
          <p:cNvSpPr>
            <a:spLocks xmlns:a="http://schemas.openxmlformats.org/drawingml/2006/main" noGrp="1"/>
          </p:cNvSpPr>
          <p:nvPr/>
        </p:nvSpPr>
        <p:spPr>
          <a:xfrm xmlns:a="http://schemas.openxmlformats.org/drawingml/2006/main">
            <a:off x="5962650" y="50101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i="0">
                <a:solidFill>
                  <a:srgbClr val="272923"/>
                </a:solidFill>
                <a:latin typeface="Arial"/>
                <a:ea typeface="Arial"/>
                <a:cs typeface="Arial"/>
              </a:defRPr>
            </a:pPr>
            <a:r>
              <a:rPr sz="1050" b="0" i="0">
                <a:solidFill>
                  <a:srgbClr val="272923"/>
                </a:solidFill>
                <a:latin typeface="Arial"/>
                <a:ea typeface="Arial"/>
                <a:cs typeface="Arial"/>
              </a:rPr>
              <a:t>texture · direction · colour · seam</a:t>
            </a:r>
          </a:p>
        </p:txBody>
      </p:sp>
      <p:sp>
        <p:nvSpPr>
          <p:cNvPr id="43" name="">
            <a:extLst xmlns:a="http://schemas.openxmlformats.org/drawingml/2006/main">
              <a:ext uri="{FF2B5EF4-FFF2-40B4-BE49-F238E27FC236}">
                <a16:creationId xmlns:a16="http://schemas.microsoft.com/office/drawing/2014/main" id="{B44E1469-BBD5-4DCD-B8C5-4482AAA70CEA}"/>
              </a:ext>
            </a:extLst>
          </p:cNvPr>
          <p:cNvSpPr>
            <a:spLocks xmlns:a="http://schemas.openxmlformats.org/drawingml/2006/main" noGrp="1"/>
          </p:cNvSpPr>
          <p:nvPr/>
        </p:nvSpPr>
        <p:spPr>
          <a:xfrm xmlns:a="http://schemas.openxmlformats.org/drawingml/2006/main">
            <a:off x="8677275" y="4676775"/>
            <a:ext cx="2381250" cy="0"/>
          </a:xfrm>
          <a:prstGeom xmlns:a="http://schemas.openxmlformats.org/drawingml/2006/main" prst="line">
            <a:avLst/>
          </a:prstGeom>
          <a:noFill xmlns:a="http://schemas.openxmlformats.org/drawingml/2006/main"/>
          <a:ln xmlns:a="http://schemas.openxmlformats.org/drawingml/2006/main" w="38100">
            <a:solidFill>
              <a:srgbClr val="6D7B52"/>
            </a:solidFill>
            <a:prstDash val="solid"/>
          </a:ln>
        </p:spPr>
      </p:sp>
      <p:sp>
        <p:nvSpPr>
          <p:cNvPr id="44" name="">
            <a:extLst xmlns:a="http://schemas.openxmlformats.org/drawingml/2006/main">
              <a:ext uri="{FF2B5EF4-FFF2-40B4-BE49-F238E27FC236}">
                <a16:creationId xmlns:a16="http://schemas.microsoft.com/office/drawing/2014/main" id="{39CD856C-CC45-4568-B191-3A0591C4A9E1}"/>
              </a:ext>
            </a:extLst>
          </p:cNvPr>
          <p:cNvSpPr>
            <a:spLocks xmlns:a="http://schemas.openxmlformats.org/drawingml/2006/main" noGrp="1"/>
          </p:cNvSpPr>
          <p:nvPr/>
        </p:nvSpPr>
        <p:spPr>
          <a:xfrm xmlns:a="http://schemas.openxmlformats.org/drawingml/2006/main">
            <a:off x="8677275" y="4772025"/>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6D7B52"/>
                </a:solidFill>
                <a:latin typeface="Arial"/>
                <a:ea typeface="Arial"/>
                <a:cs typeface="Arial"/>
              </a:defRPr>
            </a:pPr>
            <a:r>
              <a:rPr sz="900" b="1" i="0">
                <a:solidFill>
                  <a:srgbClr val="6D7B52"/>
                </a:solidFill>
                <a:latin typeface="Arial"/>
                <a:ea typeface="Arial"/>
                <a:cs typeface="Arial"/>
              </a:rPr>
              <a:t>SPATIAL</a:t>
            </a:r>
          </a:p>
        </p:txBody>
      </p:sp>
      <p:sp>
        <p:nvSpPr>
          <p:cNvPr id="45" name="">
            <a:extLst xmlns:a="http://schemas.openxmlformats.org/drawingml/2006/main">
              <a:ext uri="{FF2B5EF4-FFF2-40B4-BE49-F238E27FC236}">
                <a16:creationId xmlns:a16="http://schemas.microsoft.com/office/drawing/2014/main" id="{F0E59F54-ACD4-4E8B-BB0B-B09D15137375}"/>
              </a:ext>
            </a:extLst>
          </p:cNvPr>
          <p:cNvSpPr>
            <a:spLocks xmlns:a="http://schemas.openxmlformats.org/drawingml/2006/main" noGrp="1"/>
          </p:cNvSpPr>
          <p:nvPr/>
        </p:nvSpPr>
        <p:spPr>
          <a:xfrm xmlns:a="http://schemas.openxmlformats.org/drawingml/2006/main">
            <a:off x="8677275" y="50101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i="0">
                <a:solidFill>
                  <a:srgbClr val="272923"/>
                </a:solidFill>
                <a:latin typeface="Arial"/>
                <a:ea typeface="Arial"/>
                <a:cs typeface="Arial"/>
              </a:defRPr>
            </a:pPr>
            <a:r>
              <a:rPr sz="1050" b="0" i="0">
                <a:solidFill>
                  <a:srgbClr val="272923"/>
                </a:solidFill>
                <a:latin typeface="Arial"/>
                <a:ea typeface="Arial"/>
                <a:cs typeface="Arial"/>
              </a:rPr>
              <a:t>error · improvement · uncertainty maps</a:t>
            </a:r>
          </a:p>
        </p:txBody>
      </p:sp>
      <p:sp>
        <p:nvSpPr>
          <p:cNvPr id="46" name="">
            <a:extLst xmlns:a="http://schemas.openxmlformats.org/drawingml/2006/main">
              <a:ext uri="{FF2B5EF4-FFF2-40B4-BE49-F238E27FC236}">
                <a16:creationId xmlns:a16="http://schemas.microsoft.com/office/drawing/2014/main" id="{03AA6EA3-D979-4355-A14E-182CB7C4429F}"/>
              </a:ext>
            </a:extLst>
          </p:cNvPr>
          <p:cNvSpPr>
            <a:spLocks xmlns:a="http://schemas.openxmlformats.org/drawingml/2006/main" noGrp="1"/>
          </p:cNvSpPr>
          <p:nvPr/>
        </p:nvSpPr>
        <p:spPr>
          <a:xfrm xmlns:a="http://schemas.openxmlformats.org/drawingml/2006/main">
            <a:off x="533400" y="5524500"/>
            <a:ext cx="10839450" cy="723900"/>
          </a:xfrm>
          <a:prstGeom xmlns:a="http://schemas.openxmlformats.org/drawingml/2006/main" prst="roundRect">
            <a:avLst>
              <a:gd name="adj" fmla="val 6579"/>
            </a:avLst>
          </a:prstGeom>
          <a:solidFill xmlns:a="http://schemas.openxmlformats.org/drawingml/2006/main">
            <a:srgbClr val="FBF7EB"/>
          </a:solidFill>
          <a:ln xmlns:a="http://schemas.openxmlformats.org/drawingml/2006/main" w="9525">
            <a:solidFill>
              <a:srgbClr val="C9BFA9"/>
            </a:solidFill>
            <a:prstDash val="solid"/>
          </a:ln>
        </p:spPr>
      </p:sp>
      <p:sp>
        <p:nvSpPr>
          <p:cNvPr id="47" name="">
            <a:extLst xmlns:a="http://schemas.openxmlformats.org/drawingml/2006/main">
              <a:ext uri="{FF2B5EF4-FFF2-40B4-BE49-F238E27FC236}">
                <a16:creationId xmlns:a16="http://schemas.microsoft.com/office/drawing/2014/main" id="{4F14F7F9-E49D-4919-9EB2-4EB98E2BDD43}"/>
              </a:ext>
            </a:extLst>
          </p:cNvPr>
          <p:cNvSpPr>
            <a:spLocks xmlns:a="http://schemas.openxmlformats.org/drawingml/2006/main" noGrp="1"/>
          </p:cNvSpPr>
          <p:nvPr/>
        </p:nvSpPr>
        <p:spPr>
          <a:xfrm xmlns:a="http://schemas.openxmlformats.org/drawingml/2006/main">
            <a:off x="533400" y="5524500"/>
            <a:ext cx="47625" cy="723900"/>
          </a:xfrm>
          <a:prstGeom xmlns:a="http://schemas.openxmlformats.org/drawingml/2006/main" prst="rect">
            <a:avLst/>
          </a:prstGeom>
          <a:solidFill xmlns:a="http://schemas.openxmlformats.org/drawingml/2006/main">
            <a:srgbClr val="183B32"/>
          </a:solidFill>
          <a:ln xmlns:a="http://schemas.openxmlformats.org/drawingml/2006/main" w="0">
            <a:solidFill>
              <a:srgbClr val="183B32"/>
            </a:solidFill>
            <a:prstDash val="solid"/>
          </a:ln>
        </p:spPr>
      </p:sp>
      <p:sp>
        <p:nvSpPr>
          <p:cNvPr id="48" name="">
            <a:extLst xmlns:a="http://schemas.openxmlformats.org/drawingml/2006/main">
              <a:ext uri="{FF2B5EF4-FFF2-40B4-BE49-F238E27FC236}">
                <a16:creationId xmlns:a16="http://schemas.microsoft.com/office/drawing/2014/main" id="{230CD8B5-25F3-4F63-B524-5FEBDBC1D6CD}"/>
              </a:ext>
            </a:extLst>
          </p:cNvPr>
          <p:cNvSpPr>
            <a:spLocks xmlns:a="http://schemas.openxmlformats.org/drawingml/2006/main" noGrp="1"/>
          </p:cNvSpPr>
          <p:nvPr/>
        </p:nvSpPr>
        <p:spPr>
          <a:xfrm xmlns:a="http://schemas.openxmlformats.org/drawingml/2006/main">
            <a:off x="704850" y="5600700"/>
            <a:ext cx="10515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183B32"/>
                </a:solidFill>
                <a:latin typeface="Arial"/>
                <a:ea typeface="Arial"/>
                <a:cs typeface="Arial"/>
              </a:defRPr>
            </a:pPr>
            <a:r>
              <a:rPr sz="900" b="1" i="0">
                <a:solidFill>
                  <a:srgbClr val="183B32"/>
                </a:solidFill>
                <a:latin typeface="Arial"/>
                <a:ea typeface="Arial"/>
                <a:cs typeface="Arial"/>
              </a:rPr>
              <a:t>ANALYSIS DISCIPLINE</a:t>
            </a:r>
          </a:p>
        </p:txBody>
      </p:sp>
      <p:sp>
        <p:nvSpPr>
          <p:cNvPr id="49" name="">
            <a:extLst xmlns:a="http://schemas.openxmlformats.org/drawingml/2006/main">
              <a:ext uri="{FF2B5EF4-FFF2-40B4-BE49-F238E27FC236}">
                <a16:creationId xmlns:a16="http://schemas.microsoft.com/office/drawing/2014/main" id="{C13CCCC5-B8EC-4655-B7A6-72BEB9DCFA6A}"/>
              </a:ext>
            </a:extLst>
          </p:cNvPr>
          <p:cNvSpPr>
            <a:spLocks xmlns:a="http://schemas.openxmlformats.org/drawingml/2006/main" noGrp="1"/>
          </p:cNvSpPr>
          <p:nvPr/>
        </p:nvSpPr>
        <p:spPr>
          <a:xfrm xmlns:a="http://schemas.openxmlformats.org/drawingml/2006/main">
            <a:off x="704850" y="5819775"/>
            <a:ext cx="10515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i="0">
                <a:solidFill>
                  <a:srgbClr val="272923"/>
                </a:solidFill>
                <a:latin typeface="Arial"/>
                <a:ea typeface="Arial"/>
                <a:cs typeface="Arial"/>
              </a:defRPr>
            </a:pPr>
            <a:r>
              <a:rPr sz="1050" b="0" i="0">
                <a:solidFill>
                  <a:srgbClr val="272923"/>
                </a:solidFill>
                <a:latin typeface="Arial"/>
                <a:ea typeface="Arial"/>
                <a:cs typeface="Arial"/>
              </a:rPr>
              <a:t>Paintings are the independent unit. Shared cases use paired comparisons; seeds, masks and cases are treated as repeated or nested evidence. No universal quality, uncertainty or trustworthiness score is constructed.</a:t>
            </a:r>
          </a:p>
        </p:txBody>
      </p:sp>
      <p:sp>
        <p:nvSpPr>
          <p:cNvPr id="50" name="">
            <a:extLst xmlns:a="http://schemas.openxmlformats.org/drawingml/2006/main">
              <a:ext uri="{FF2B5EF4-FFF2-40B4-BE49-F238E27FC236}">
                <a16:creationId xmlns:a16="http://schemas.microsoft.com/office/drawing/2014/main" id="{F092103F-A3A7-474A-86AB-331136103668}"/>
              </a:ext>
            </a:extLst>
          </p:cNvPr>
          <p:cNvSpPr>
            <a:spLocks xmlns:a="http://schemas.openxmlformats.org/drawingml/2006/main" noGrp="1"/>
          </p:cNvSpPr>
          <p:nvPr/>
        </p:nvSpPr>
        <p:spPr>
          <a:xfrm xmlns:a="http://schemas.openxmlformats.org/drawingml/2006/main">
            <a:off x="533400" y="6505575"/>
            <a:ext cx="11087100" cy="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51" name="">
            <a:extLst xmlns:a="http://schemas.openxmlformats.org/drawingml/2006/main">
              <a:ext uri="{FF2B5EF4-FFF2-40B4-BE49-F238E27FC236}">
                <a16:creationId xmlns:a16="http://schemas.microsoft.com/office/drawing/2014/main" id="{0E4750AE-4CB5-4C1F-BBB6-0366F5D1FF9E}"/>
              </a:ext>
            </a:extLst>
          </p:cNvPr>
          <p:cNvSpPr>
            <a:spLocks xmlns:a="http://schemas.openxmlformats.org/drawingml/2006/main" noGrp="1"/>
          </p:cNvSpPr>
          <p:nvPr/>
        </p:nvSpPr>
        <p:spPr>
          <a:xfrm xmlns:a="http://schemas.openxmlformats.org/drawingml/2006/main">
            <a:off x="533400" y="6553200"/>
            <a:ext cx="8763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675" b="1" i="0">
                <a:solidFill>
                  <a:srgbClr val="716B60"/>
                </a:solidFill>
                <a:latin typeface="Arial"/>
                <a:ea typeface="Arial"/>
                <a:cs typeface="Arial"/>
              </a:defRPr>
            </a:pPr>
            <a:r>
              <a:rPr sz="675" b="1" i="0">
                <a:solidFill>
                  <a:srgbClr val="716B60"/>
                </a:solidFill>
                <a:latin typeface="Arial"/>
                <a:ea typeface="Arial"/>
                <a:cs typeface="Arial"/>
              </a:rPr>
              <a:t>TRUSTWORTHY EVALUATION FRAMEWORKS FOR AI-ASSISTED PAINTING RESTORATION</a:t>
            </a:r>
          </a:p>
        </p:txBody>
      </p:sp>
      <p:sp>
        <p:nvSpPr>
          <p:cNvPr id="52" name="">
            <a:extLst xmlns:a="http://schemas.openxmlformats.org/drawingml/2006/main">
              <a:ext uri="{FF2B5EF4-FFF2-40B4-BE49-F238E27FC236}">
                <a16:creationId xmlns:a16="http://schemas.microsoft.com/office/drawing/2014/main" id="{580F7D58-E1D6-4B30-82B6-B328996406F0}"/>
              </a:ext>
            </a:extLst>
          </p:cNvPr>
          <p:cNvSpPr>
            <a:spLocks xmlns:a="http://schemas.openxmlformats.org/drawingml/2006/main" noGrp="1"/>
          </p:cNvSpPr>
          <p:nvPr/>
        </p:nvSpPr>
        <p:spPr>
          <a:xfrm xmlns:a="http://schemas.openxmlformats.org/drawingml/2006/main">
            <a:off x="9334500" y="6553200"/>
            <a:ext cx="2286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675" b="1" i="0">
                <a:solidFill>
                  <a:srgbClr val="716B60"/>
                </a:solidFill>
                <a:latin typeface="Arial"/>
                <a:ea typeface="Arial"/>
                <a:cs typeface="Arial"/>
              </a:defRPr>
            </a:pPr>
            <a:r>
              <a:rPr sz="675" b="1" i="0">
                <a:solidFill>
                  <a:srgbClr val="716B60"/>
                </a:solidFill>
                <a:latin typeface="Arial"/>
                <a:ea typeface="Arial"/>
                <a:cs typeface="Arial"/>
              </a:rPr>
              <a:t>RAHUL MADDINENI  •  3/5</a:t>
            </a:r>
          </a:p>
        </p:txBody>
      </p:sp>
    </p:spTree>
    <p:extLst>
      <p:ext uri="{BB962C8B-B14F-4D97-AF65-F5344CB8AC3E}">
        <p14:creationId xmlns:p14="http://schemas.microsoft.com/office/powerpoint/2010/main" val="1388405703"/>
      </p:ext>
    </p:extLst>
  </p:cSld>
</p:sld>
</file>

<file path=ppt/slides/slide4.xml><?xml version="1.0" encoding="utf-8"?>
<p:sld xmlns:p="http://schemas.openxmlformats.org/presentationml/2006/main">
  <p:cSld>
    <p:bg>
      <p:bgPr>
        <a:solidFill xmlns:a="http://schemas.openxmlformats.org/drawingml/2006/main">
          <a:srgbClr val="F4EEDC"/>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1ADCA127-BB64-4CDC-9C37-77AD864931B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83B3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18A0DA8-5133-4C8A-BF46-1E565086A8A3}"/>
              </a:ext>
            </a:extLst>
          </p:cNvPr>
          <p:cNvSpPr>
            <a:spLocks xmlns:a="http://schemas.openxmlformats.org/drawingml/2006/main" noGrp="1"/>
          </p:cNvSpPr>
          <p:nvPr/>
        </p:nvSpPr>
        <p:spPr>
          <a:xfrm xmlns:a="http://schemas.openxmlformats.org/drawingml/2006/main">
            <a:off x="533400" y="285750"/>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A9492D"/>
                </a:solidFill>
                <a:latin typeface="Arial"/>
                <a:ea typeface="Arial"/>
                <a:cs typeface="Arial"/>
              </a:defRPr>
            </a:pPr>
            <a:r>
              <a:rPr sz="900" b="1" i="0">
                <a:solidFill>
                  <a:srgbClr val="A9492D"/>
                </a:solidFill>
                <a:latin typeface="Arial"/>
                <a:ea typeface="Arial"/>
                <a:cs typeface="Arial"/>
              </a:rPr>
              <a:t>04  /  PROPOSAL</a:t>
            </a:r>
          </a:p>
        </p:txBody>
      </p:sp>
      <p:sp>
        <p:nvSpPr>
          <p:cNvPr id="3" name="">
            <a:extLst xmlns:a="http://schemas.openxmlformats.org/drawingml/2006/main">
              <a:ext uri="{FF2B5EF4-FFF2-40B4-BE49-F238E27FC236}">
                <a16:creationId xmlns:a16="http://schemas.microsoft.com/office/drawing/2014/main" id="{E27A4393-08CF-4A1F-9032-29DE20B5D5C7}"/>
              </a:ext>
            </a:extLst>
          </p:cNvPr>
          <p:cNvSpPr>
            <a:spLocks xmlns:a="http://schemas.openxmlformats.org/drawingml/2006/main" noGrp="1"/>
          </p:cNvSpPr>
          <p:nvPr/>
        </p:nvSpPr>
        <p:spPr>
          <a:xfrm xmlns:a="http://schemas.openxmlformats.org/drawingml/2006/main">
            <a:off x="533400" y="54292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700" b="0" i="0">
                <a:solidFill>
                  <a:srgbClr val="183B32"/>
                </a:solidFill>
                <a:latin typeface="Georgia"/>
                <a:ea typeface="Georgia"/>
                <a:cs typeface="Georgia"/>
              </a:defRPr>
            </a:pPr>
            <a:r>
              <a:rPr sz="2700" b="0" i="0">
                <a:solidFill>
                  <a:srgbClr val="183B32"/>
                </a:solidFill>
                <a:latin typeface="Georgia"/>
                <a:ea typeface="Georgia"/>
                <a:cs typeface="Georgia"/>
              </a:rPr>
              <a:t>Data</a:t>
            </a:r>
          </a:p>
        </p:txBody>
      </p:sp>
      <p:sp>
        <p:nvSpPr>
          <p:cNvPr id="4" name="">
            <a:extLst xmlns:a="http://schemas.openxmlformats.org/drawingml/2006/main">
              <a:ext uri="{FF2B5EF4-FFF2-40B4-BE49-F238E27FC236}">
                <a16:creationId xmlns:a16="http://schemas.microsoft.com/office/drawing/2014/main" id="{8841DA73-3BBE-4DBB-A86B-D083250B2959}"/>
              </a:ext>
            </a:extLst>
          </p:cNvPr>
          <p:cNvSpPr>
            <a:spLocks xmlns:a="http://schemas.openxmlformats.org/drawingml/2006/main" noGrp="1"/>
          </p:cNvSpPr>
          <p:nvPr/>
        </p:nvSpPr>
        <p:spPr>
          <a:xfrm xmlns:a="http://schemas.openxmlformats.org/drawingml/2006/main">
            <a:off x="7810500" y="590550"/>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75" b="0" i="1">
                <a:solidFill>
                  <a:srgbClr val="716B60"/>
                </a:solidFill>
                <a:latin typeface="Georgia"/>
                <a:ea typeface="Georgia"/>
                <a:cs typeface="Georgia"/>
              </a:defRPr>
            </a:pPr>
            <a:r>
              <a:rPr sz="1275" b="0" i="1">
                <a:solidFill>
                  <a:srgbClr val="716B60"/>
                </a:solidFill>
                <a:latin typeface="Georgia"/>
                <a:ea typeface="Georgia"/>
                <a:cs typeface="Georgia"/>
              </a:rPr>
              <a:t>A balanced controlled collection, designed to scale.</a:t>
            </a:r>
          </a:p>
        </p:txBody>
      </p:sp>
      <p:sp>
        <p:nvSpPr>
          <p:cNvPr id="5" name="">
            <a:extLst xmlns:a="http://schemas.openxmlformats.org/drawingml/2006/main">
              <a:ext uri="{FF2B5EF4-FFF2-40B4-BE49-F238E27FC236}">
                <a16:creationId xmlns:a16="http://schemas.microsoft.com/office/drawing/2014/main" id="{E7196A05-4EF2-402C-8E41-98D6BCBCE430}"/>
              </a:ext>
            </a:extLst>
          </p:cNvPr>
          <p:cNvSpPr>
            <a:spLocks xmlns:a="http://schemas.openxmlformats.org/drawingml/2006/main" noGrp="1"/>
          </p:cNvSpPr>
          <p:nvPr/>
        </p:nvSpPr>
        <p:spPr>
          <a:xfrm xmlns:a="http://schemas.openxmlformats.org/drawingml/2006/main">
            <a:off x="533400" y="1104900"/>
            <a:ext cx="11087100" cy="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6" name="">
            <a:extLst xmlns:a="http://schemas.openxmlformats.org/drawingml/2006/main">
              <a:ext uri="{FF2B5EF4-FFF2-40B4-BE49-F238E27FC236}">
                <a16:creationId xmlns:a16="http://schemas.microsoft.com/office/drawing/2014/main" id="{382511FA-D8AB-4433-B21B-7F6E36604A61}"/>
              </a:ext>
            </a:extLst>
          </p:cNvPr>
          <p:cNvSpPr>
            <a:spLocks xmlns:a="http://schemas.openxmlformats.org/drawingml/2006/main" noGrp="1"/>
          </p:cNvSpPr>
          <p:nvPr/>
        </p:nvSpPr>
        <p:spPr>
          <a:xfrm xmlns:a="http://schemas.openxmlformats.org/drawingml/2006/main">
            <a:off x="533400" y="132397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00" b="0" i="0">
                <a:solidFill>
                  <a:srgbClr val="183B32"/>
                </a:solidFill>
                <a:latin typeface="Georgia"/>
                <a:ea typeface="Georgia"/>
                <a:cs typeface="Georgia"/>
              </a:defRPr>
            </a:pPr>
            <a:r>
              <a:rPr sz="2400" b="0" i="0">
                <a:solidFill>
                  <a:srgbClr val="183B32"/>
                </a:solidFill>
                <a:latin typeface="Georgia"/>
                <a:ea typeface="Georgia"/>
                <a:cs typeface="Georgia"/>
              </a:rPr>
              <a:t>300</a:t>
            </a:r>
          </a:p>
        </p:txBody>
      </p:sp>
      <p:sp>
        <p:nvSpPr>
          <p:cNvPr id="7" name="">
            <a:extLst xmlns:a="http://schemas.openxmlformats.org/drawingml/2006/main">
              <a:ext uri="{FF2B5EF4-FFF2-40B4-BE49-F238E27FC236}">
                <a16:creationId xmlns:a16="http://schemas.microsoft.com/office/drawing/2014/main" id="{5049DAF1-15FA-4479-A58B-4A82223C3662}"/>
              </a:ext>
            </a:extLst>
          </p:cNvPr>
          <p:cNvSpPr>
            <a:spLocks xmlns:a="http://schemas.openxmlformats.org/drawingml/2006/main" noGrp="1"/>
          </p:cNvSpPr>
          <p:nvPr/>
        </p:nvSpPr>
        <p:spPr>
          <a:xfrm xmlns:a="http://schemas.openxmlformats.org/drawingml/2006/main">
            <a:off x="533400" y="178117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050" b="1" i="0">
                <a:solidFill>
                  <a:srgbClr val="716B60"/>
                </a:solidFill>
                <a:latin typeface="Arial"/>
                <a:ea typeface="Arial"/>
                <a:cs typeface="Arial"/>
              </a:defRPr>
            </a:pPr>
            <a:r>
              <a:rPr sz="1050" b="1" i="0">
                <a:solidFill>
                  <a:srgbClr val="716B60"/>
                </a:solidFill>
                <a:latin typeface="Arial"/>
                <a:ea typeface="Arial"/>
                <a:cs typeface="Arial"/>
              </a:rPr>
              <a:t>target paintings</a:t>
            </a:r>
          </a:p>
        </p:txBody>
      </p:sp>
      <p:sp>
        <p:nvSpPr>
          <p:cNvPr id="8" name="">
            <a:extLst xmlns:a="http://schemas.openxmlformats.org/drawingml/2006/main">
              <a:ext uri="{FF2B5EF4-FFF2-40B4-BE49-F238E27FC236}">
                <a16:creationId xmlns:a16="http://schemas.microsoft.com/office/drawing/2014/main" id="{1CB049E8-DB2B-4670-B084-8AD24A6CC2CA}"/>
              </a:ext>
            </a:extLst>
          </p:cNvPr>
          <p:cNvSpPr>
            <a:spLocks xmlns:a="http://schemas.openxmlformats.org/drawingml/2006/main" noGrp="1"/>
          </p:cNvSpPr>
          <p:nvPr/>
        </p:nvSpPr>
        <p:spPr>
          <a:xfrm xmlns:a="http://schemas.openxmlformats.org/drawingml/2006/main">
            <a:off x="2867025" y="132397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00" b="0" i="0">
                <a:solidFill>
                  <a:srgbClr val="183B32"/>
                </a:solidFill>
                <a:latin typeface="Georgia"/>
                <a:ea typeface="Georgia"/>
                <a:cs typeface="Georgia"/>
              </a:defRPr>
            </a:pPr>
            <a:r>
              <a:rPr sz="2400" b="0" i="0">
                <a:solidFill>
                  <a:srgbClr val="183B32"/>
                </a:solidFill>
                <a:latin typeface="Georgia"/>
                <a:ea typeface="Georgia"/>
                <a:cs typeface="Georgia"/>
              </a:rPr>
              <a:t>60</a:t>
            </a:r>
          </a:p>
        </p:txBody>
      </p:sp>
      <p:sp>
        <p:nvSpPr>
          <p:cNvPr id="9" name="">
            <a:extLst xmlns:a="http://schemas.openxmlformats.org/drawingml/2006/main">
              <a:ext uri="{FF2B5EF4-FFF2-40B4-BE49-F238E27FC236}">
                <a16:creationId xmlns:a16="http://schemas.microsoft.com/office/drawing/2014/main" id="{B9917A3E-EB3A-4BA3-9C79-A4D9D38B4247}"/>
              </a:ext>
            </a:extLst>
          </p:cNvPr>
          <p:cNvSpPr>
            <a:spLocks xmlns:a="http://schemas.openxmlformats.org/drawingml/2006/main" noGrp="1"/>
          </p:cNvSpPr>
          <p:nvPr/>
        </p:nvSpPr>
        <p:spPr>
          <a:xfrm xmlns:a="http://schemas.openxmlformats.org/drawingml/2006/main">
            <a:off x="2867025" y="178117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050" b="1" i="0">
                <a:solidFill>
                  <a:srgbClr val="716B60"/>
                </a:solidFill>
                <a:latin typeface="Arial"/>
                <a:ea typeface="Arial"/>
                <a:cs typeface="Arial"/>
              </a:defRPr>
            </a:pPr>
            <a:r>
              <a:rPr sz="1050" b="1" i="0">
                <a:solidFill>
                  <a:srgbClr val="716B60"/>
                </a:solidFill>
                <a:latin typeface="Arial"/>
                <a:ea typeface="Arial"/>
                <a:cs typeface="Arial"/>
              </a:rPr>
              <a:t>per visual category</a:t>
            </a:r>
          </a:p>
        </p:txBody>
      </p:sp>
      <p:sp>
        <p:nvSpPr>
          <p:cNvPr id="10" name="">
            <a:extLst xmlns:a="http://schemas.openxmlformats.org/drawingml/2006/main">
              <a:ext uri="{FF2B5EF4-FFF2-40B4-BE49-F238E27FC236}">
                <a16:creationId xmlns:a16="http://schemas.microsoft.com/office/drawing/2014/main" id="{A15FC046-94E3-4151-804A-F5445C8FD076}"/>
              </a:ext>
            </a:extLst>
          </p:cNvPr>
          <p:cNvSpPr>
            <a:spLocks xmlns:a="http://schemas.openxmlformats.org/drawingml/2006/main" noGrp="1"/>
          </p:cNvSpPr>
          <p:nvPr/>
        </p:nvSpPr>
        <p:spPr>
          <a:xfrm xmlns:a="http://schemas.openxmlformats.org/drawingml/2006/main">
            <a:off x="5200650" y="132397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00" b="0" i="0">
                <a:solidFill>
                  <a:srgbClr val="A9492D"/>
                </a:solidFill>
                <a:latin typeface="Georgia"/>
                <a:ea typeface="Georgia"/>
                <a:cs typeface="Georgia"/>
              </a:defRPr>
            </a:pPr>
            <a:r>
              <a:rPr sz="2400" b="0" i="0">
                <a:solidFill>
                  <a:srgbClr val="A9492D"/>
                </a:solidFill>
                <a:latin typeface="Georgia"/>
                <a:ea typeface="Georgia"/>
                <a:cs typeface="Georgia"/>
              </a:rPr>
              <a:t>768 × 768</a:t>
            </a:r>
          </a:p>
        </p:txBody>
      </p:sp>
      <p:sp>
        <p:nvSpPr>
          <p:cNvPr id="11" name="">
            <a:extLst xmlns:a="http://schemas.openxmlformats.org/drawingml/2006/main">
              <a:ext uri="{FF2B5EF4-FFF2-40B4-BE49-F238E27FC236}">
                <a16:creationId xmlns:a16="http://schemas.microsoft.com/office/drawing/2014/main" id="{61E950FA-88AF-4135-ACA1-3BC9A3946385}"/>
              </a:ext>
            </a:extLst>
          </p:cNvPr>
          <p:cNvSpPr>
            <a:spLocks xmlns:a="http://schemas.openxmlformats.org/drawingml/2006/main" noGrp="1"/>
          </p:cNvSpPr>
          <p:nvPr/>
        </p:nvSpPr>
        <p:spPr>
          <a:xfrm xmlns:a="http://schemas.openxmlformats.org/drawingml/2006/main">
            <a:off x="5200650" y="178117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050" b="1" i="0">
                <a:solidFill>
                  <a:srgbClr val="716B60"/>
                </a:solidFill>
                <a:latin typeface="Arial"/>
                <a:ea typeface="Arial"/>
                <a:cs typeface="Arial"/>
              </a:defRPr>
            </a:pPr>
            <a:r>
              <a:rPr sz="1050" b="1" i="0">
                <a:solidFill>
                  <a:srgbClr val="716B60"/>
                </a:solidFill>
                <a:latin typeface="Arial"/>
                <a:ea typeface="Arial"/>
                <a:cs typeface="Arial"/>
              </a:rPr>
              <a:t>RGB analysis canvas</a:t>
            </a:r>
          </a:p>
        </p:txBody>
      </p:sp>
      <p:sp>
        <p:nvSpPr>
          <p:cNvPr id="12" name="">
            <a:extLst xmlns:a="http://schemas.openxmlformats.org/drawingml/2006/main">
              <a:ext uri="{FF2B5EF4-FFF2-40B4-BE49-F238E27FC236}">
                <a16:creationId xmlns:a16="http://schemas.microsoft.com/office/drawing/2014/main" id="{FAD2429C-1291-4842-87C9-809923282E98}"/>
              </a:ext>
            </a:extLst>
          </p:cNvPr>
          <p:cNvSpPr>
            <a:spLocks xmlns:a="http://schemas.openxmlformats.org/drawingml/2006/main" noGrp="1"/>
          </p:cNvSpPr>
          <p:nvPr/>
        </p:nvSpPr>
        <p:spPr>
          <a:xfrm xmlns:a="http://schemas.openxmlformats.org/drawingml/2006/main">
            <a:off x="7686675" y="1257300"/>
            <a:ext cx="3686175" cy="914400"/>
          </a:xfrm>
          <a:prstGeom xmlns:a="http://schemas.openxmlformats.org/drawingml/2006/main" prst="roundRect">
            <a:avLst>
              <a:gd name="adj" fmla="val 5208"/>
            </a:avLst>
          </a:prstGeom>
          <a:solidFill xmlns:a="http://schemas.openxmlformats.org/drawingml/2006/main">
            <a:srgbClr val="FBF7EB"/>
          </a:solidFill>
          <a:ln xmlns:a="http://schemas.openxmlformats.org/drawingml/2006/main" w="9525">
            <a:solidFill>
              <a:srgbClr val="C9BFA9"/>
            </a:solidFill>
            <a:prstDash val="solid"/>
          </a:ln>
        </p:spPr>
      </p:sp>
      <p:sp>
        <p:nvSpPr>
          <p:cNvPr id="13" name="">
            <a:extLst xmlns:a="http://schemas.openxmlformats.org/drawingml/2006/main">
              <a:ext uri="{FF2B5EF4-FFF2-40B4-BE49-F238E27FC236}">
                <a16:creationId xmlns:a16="http://schemas.microsoft.com/office/drawing/2014/main" id="{E22CB82E-018F-4A39-9414-5F851CAA5EEC}"/>
              </a:ext>
            </a:extLst>
          </p:cNvPr>
          <p:cNvSpPr>
            <a:spLocks xmlns:a="http://schemas.openxmlformats.org/drawingml/2006/main" noGrp="1"/>
          </p:cNvSpPr>
          <p:nvPr/>
        </p:nvSpPr>
        <p:spPr>
          <a:xfrm xmlns:a="http://schemas.openxmlformats.org/drawingml/2006/main">
            <a:off x="7686675" y="1257300"/>
            <a:ext cx="47625" cy="914400"/>
          </a:xfrm>
          <a:prstGeom xmlns:a="http://schemas.openxmlformats.org/drawingml/2006/main" prst="rect">
            <a:avLst/>
          </a:prstGeom>
          <a:solidFill xmlns:a="http://schemas.openxmlformats.org/drawingml/2006/main">
            <a:srgbClr val="A9492D"/>
          </a:solidFill>
          <a:ln xmlns:a="http://schemas.openxmlformats.org/drawingml/2006/main" w="0">
            <a:solidFill>
              <a:srgbClr val="A9492D"/>
            </a:solidFill>
            <a:prstDash val="solid"/>
          </a:ln>
        </p:spPr>
      </p:sp>
      <p:sp>
        <p:nvSpPr>
          <p:cNvPr id="14" name="">
            <a:extLst xmlns:a="http://schemas.openxmlformats.org/drawingml/2006/main">
              <a:ext uri="{FF2B5EF4-FFF2-40B4-BE49-F238E27FC236}">
                <a16:creationId xmlns:a16="http://schemas.microsoft.com/office/drawing/2014/main" id="{FD4F3172-BC17-435F-ABC8-A71BAD7366C5}"/>
              </a:ext>
            </a:extLst>
          </p:cNvPr>
          <p:cNvSpPr>
            <a:spLocks xmlns:a="http://schemas.openxmlformats.org/drawingml/2006/main" noGrp="1"/>
          </p:cNvSpPr>
          <p:nvPr/>
        </p:nvSpPr>
        <p:spPr>
          <a:xfrm xmlns:a="http://schemas.openxmlformats.org/drawingml/2006/main">
            <a:off x="7858125" y="1333500"/>
            <a:ext cx="33623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A9492D"/>
                </a:solidFill>
                <a:latin typeface="Arial"/>
                <a:ea typeface="Arial"/>
                <a:cs typeface="Arial"/>
              </a:defRPr>
            </a:pPr>
            <a:r>
              <a:rPr sz="900" b="1" i="0">
                <a:solidFill>
                  <a:srgbClr val="A9492D"/>
                </a:solidFill>
                <a:latin typeface="Arial"/>
                <a:ea typeface="Arial"/>
                <a:cs typeface="Arial"/>
              </a:rPr>
              <a:t>GROUPING BOUNDARY</a:t>
            </a:r>
          </a:p>
        </p:txBody>
      </p:sp>
      <p:sp>
        <p:nvSpPr>
          <p:cNvPr id="15" name="">
            <a:extLst xmlns:a="http://schemas.openxmlformats.org/drawingml/2006/main">
              <a:ext uri="{FF2B5EF4-FFF2-40B4-BE49-F238E27FC236}">
                <a16:creationId xmlns:a16="http://schemas.microsoft.com/office/drawing/2014/main" id="{5CA93AB0-644A-46CF-A0DF-19F8DD825DF5}"/>
              </a:ext>
            </a:extLst>
          </p:cNvPr>
          <p:cNvSpPr>
            <a:spLocks xmlns:a="http://schemas.openxmlformats.org/drawingml/2006/main" noGrp="1"/>
          </p:cNvSpPr>
          <p:nvPr/>
        </p:nvSpPr>
        <p:spPr>
          <a:xfrm xmlns:a="http://schemas.openxmlformats.org/drawingml/2006/main">
            <a:off x="7858125" y="1552575"/>
            <a:ext cx="3362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i="0">
                <a:solidFill>
                  <a:srgbClr val="272923"/>
                </a:solidFill>
                <a:latin typeface="Arial"/>
                <a:ea typeface="Arial"/>
                <a:cs typeface="Arial"/>
              </a:defRPr>
            </a:pPr>
            <a:r>
              <a:rPr sz="1050" b="0" i="0">
                <a:solidFill>
                  <a:srgbClr val="272923"/>
                </a:solidFill>
                <a:latin typeface="Arial"/>
                <a:ea typeface="Arial"/>
                <a:cs typeface="Arial"/>
              </a:rPr>
              <a:t>Five broad visual categories support balanced comparison. They are not treated as validated art-historical styles.</a:t>
            </a:r>
          </a:p>
        </p:txBody>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81d0f240c63b4b8c"/>
          <a:srcRect xmlns:a="http://schemas.openxmlformats.org/drawingml/2006/main" l="2444" t="0" r="2444" b="0"/>
          <a:stretch xmlns:a="http://schemas.openxmlformats.org/drawingml/2006/main">
            <a:fillRect l="0" t="0" r="0" b="0"/>
          </a:stretch>
        </p:blipFill>
        <p:spPr>
          <a:xfrm xmlns:a="http://schemas.openxmlformats.org/drawingml/2006/main">
            <a:off x="533400" y="2324100"/>
            <a:ext cx="2038350" cy="2143125"/>
          </a:xfrm>
          <a:prstGeom xmlns:a="http://schemas.openxmlformats.org/drawingml/2006/main" prst="roundRect">
            <a:avLst>
              <a:gd name="adj" fmla="val 1869"/>
            </a:avLst>
          </a:prstGeom>
        </p:spPr>
      </p:pic>
      <p:sp>
        <p:nvSpPr>
          <p:cNvPr id="17" name="">
            <a:extLst xmlns:a="http://schemas.openxmlformats.org/drawingml/2006/main">
              <a:ext uri="{FF2B5EF4-FFF2-40B4-BE49-F238E27FC236}">
                <a16:creationId xmlns:a16="http://schemas.microsoft.com/office/drawing/2014/main" id="{69D37F2A-FC5A-4FD8-BFD4-F1DB0BA1F74A}"/>
              </a:ext>
            </a:extLst>
          </p:cNvPr>
          <p:cNvSpPr>
            <a:spLocks xmlns:a="http://schemas.openxmlformats.org/drawingml/2006/main" noGrp="1"/>
          </p:cNvSpPr>
          <p:nvPr/>
        </p:nvSpPr>
        <p:spPr>
          <a:xfrm xmlns:a="http://schemas.openxmlformats.org/drawingml/2006/main">
            <a:off x="533400" y="4562475"/>
            <a:ext cx="2038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183B32"/>
                </a:solidFill>
                <a:latin typeface="Arial"/>
                <a:ea typeface="Arial"/>
                <a:cs typeface="Arial"/>
              </a:defRPr>
            </a:pPr>
            <a:r>
              <a:rPr sz="900" b="1" i="0">
                <a:solidFill>
                  <a:srgbClr val="183B32"/>
                </a:solidFill>
                <a:latin typeface="Arial"/>
                <a:ea typeface="Arial"/>
                <a:cs typeface="Arial"/>
              </a:rPr>
              <a:t>PORTRAIT / FIGURE</a:t>
            </a:r>
          </a:p>
        </p:txBody>
      </p:sp>
      <p:sp>
        <p:nvSpPr>
          <p:cNvPr id="18" name="">
            <a:extLst xmlns:a="http://schemas.openxmlformats.org/drawingml/2006/main">
              <a:ext uri="{FF2B5EF4-FFF2-40B4-BE49-F238E27FC236}">
                <a16:creationId xmlns:a16="http://schemas.microsoft.com/office/drawing/2014/main" id="{41B6422F-BB1D-4F23-996A-5E5D39C15998}"/>
              </a:ext>
            </a:extLst>
          </p:cNvPr>
          <p:cNvSpPr>
            <a:spLocks xmlns:a="http://schemas.openxmlformats.org/drawingml/2006/main" noGrp="1"/>
          </p:cNvSpPr>
          <p:nvPr/>
        </p:nvSpPr>
        <p:spPr>
          <a:xfrm xmlns:a="http://schemas.openxmlformats.org/drawingml/2006/main">
            <a:off x="533400" y="4810125"/>
            <a:ext cx="2038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900" b="0" i="0">
                <a:solidFill>
                  <a:srgbClr val="716B60"/>
                </a:solidFill>
                <a:latin typeface="Arial"/>
                <a:ea typeface="Arial"/>
                <a:cs typeface="Arial"/>
              </a:defRPr>
            </a:pPr>
            <a:r>
              <a:rPr sz="900" b="0" i="0">
                <a:solidFill>
                  <a:srgbClr val="716B60"/>
                </a:solidFill>
                <a:latin typeface="Arial"/>
                <a:ea typeface="Arial"/>
                <a:cs typeface="Arial"/>
              </a:rPr>
              <a:t>p001  Juan de Pareja</a:t>
            </a:r>
          </a:p>
        </p:txBody>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c30859e5a9b545d5"/>
          <a:srcRect xmlns:a="http://schemas.openxmlformats.org/drawingml/2006/main" l="2444" t="0" r="2444" b="0"/>
          <a:stretch xmlns:a="http://schemas.openxmlformats.org/drawingml/2006/main">
            <a:fillRect l="0" t="0" r="0" b="0"/>
          </a:stretch>
        </p:blipFill>
        <p:spPr>
          <a:xfrm xmlns:a="http://schemas.openxmlformats.org/drawingml/2006/main">
            <a:off x="2724150" y="2324100"/>
            <a:ext cx="2038350" cy="2143125"/>
          </a:xfrm>
          <a:prstGeom xmlns:a="http://schemas.openxmlformats.org/drawingml/2006/main" prst="roundRect">
            <a:avLst>
              <a:gd name="adj" fmla="val 1869"/>
            </a:avLst>
          </a:prstGeom>
        </p:spPr>
      </p:pic>
      <p:sp>
        <p:nvSpPr>
          <p:cNvPr id="20" name="">
            <a:extLst xmlns:a="http://schemas.openxmlformats.org/drawingml/2006/main">
              <a:ext uri="{FF2B5EF4-FFF2-40B4-BE49-F238E27FC236}">
                <a16:creationId xmlns:a16="http://schemas.microsoft.com/office/drawing/2014/main" id="{2381A82A-C99C-4E78-96DC-2A8F777FF934}"/>
              </a:ext>
            </a:extLst>
          </p:cNvPr>
          <p:cNvSpPr>
            <a:spLocks xmlns:a="http://schemas.openxmlformats.org/drawingml/2006/main" noGrp="1"/>
          </p:cNvSpPr>
          <p:nvPr/>
        </p:nvSpPr>
        <p:spPr>
          <a:xfrm xmlns:a="http://schemas.openxmlformats.org/drawingml/2006/main">
            <a:off x="2724150" y="4562475"/>
            <a:ext cx="2038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183B32"/>
                </a:solidFill>
                <a:latin typeface="Arial"/>
                <a:ea typeface="Arial"/>
                <a:cs typeface="Arial"/>
              </a:defRPr>
            </a:pPr>
            <a:r>
              <a:rPr sz="900" b="1" i="0">
                <a:solidFill>
                  <a:srgbClr val="183B32"/>
                </a:solidFill>
                <a:latin typeface="Arial"/>
                <a:ea typeface="Arial"/>
                <a:cs typeface="Arial"/>
              </a:rPr>
              <a:t>LANDSCAPE / NATURAL</a:t>
            </a:r>
          </a:p>
        </p:txBody>
      </p:sp>
      <p:sp>
        <p:nvSpPr>
          <p:cNvPr id="21" name="">
            <a:extLst xmlns:a="http://schemas.openxmlformats.org/drawingml/2006/main">
              <a:ext uri="{FF2B5EF4-FFF2-40B4-BE49-F238E27FC236}">
                <a16:creationId xmlns:a16="http://schemas.microsoft.com/office/drawing/2014/main" id="{02F385C1-05BF-4563-AA41-A413BE481EB4}"/>
              </a:ext>
            </a:extLst>
          </p:cNvPr>
          <p:cNvSpPr>
            <a:spLocks xmlns:a="http://schemas.openxmlformats.org/drawingml/2006/main" noGrp="1"/>
          </p:cNvSpPr>
          <p:nvPr/>
        </p:nvSpPr>
        <p:spPr>
          <a:xfrm xmlns:a="http://schemas.openxmlformats.org/drawingml/2006/main">
            <a:off x="2724150" y="4810125"/>
            <a:ext cx="2038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900" b="0" i="0">
                <a:solidFill>
                  <a:srgbClr val="716B60"/>
                </a:solidFill>
                <a:latin typeface="Arial"/>
                <a:ea typeface="Arial"/>
                <a:cs typeface="Arial"/>
              </a:defRPr>
            </a:pPr>
            <a:r>
              <a:rPr sz="900" b="0" i="0">
                <a:solidFill>
                  <a:srgbClr val="716B60"/>
                </a:solidFill>
                <a:latin typeface="Arial"/>
                <a:ea typeface="Arial"/>
                <a:cs typeface="Arial"/>
              </a:rPr>
              <a:t>p018  Classical Landscape with Figures</a:t>
            </a:r>
          </a:p>
        </p:txBody>
      </p:sp>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ef26bbb6627c4ed0"/>
          <a:srcRect xmlns:a="http://schemas.openxmlformats.org/drawingml/2006/main" l="2444" t="0" r="2444" b="0"/>
          <a:stretch xmlns:a="http://schemas.openxmlformats.org/drawingml/2006/main">
            <a:fillRect l="0" t="0" r="0" b="0"/>
          </a:stretch>
        </p:blipFill>
        <p:spPr>
          <a:xfrm xmlns:a="http://schemas.openxmlformats.org/drawingml/2006/main">
            <a:off x="4914900" y="2324100"/>
            <a:ext cx="2038350" cy="2143125"/>
          </a:xfrm>
          <a:prstGeom xmlns:a="http://schemas.openxmlformats.org/drawingml/2006/main" prst="roundRect">
            <a:avLst>
              <a:gd name="adj" fmla="val 1869"/>
            </a:avLst>
          </a:prstGeom>
        </p:spPr>
      </p:pic>
      <p:sp>
        <p:nvSpPr>
          <p:cNvPr id="23" name="">
            <a:extLst xmlns:a="http://schemas.openxmlformats.org/drawingml/2006/main">
              <a:ext uri="{FF2B5EF4-FFF2-40B4-BE49-F238E27FC236}">
                <a16:creationId xmlns:a16="http://schemas.microsoft.com/office/drawing/2014/main" id="{02EC7B79-5F38-4BC5-9022-42970AF15FF6}"/>
              </a:ext>
            </a:extLst>
          </p:cNvPr>
          <p:cNvSpPr>
            <a:spLocks xmlns:a="http://schemas.openxmlformats.org/drawingml/2006/main" noGrp="1"/>
          </p:cNvSpPr>
          <p:nvPr/>
        </p:nvSpPr>
        <p:spPr>
          <a:xfrm xmlns:a="http://schemas.openxmlformats.org/drawingml/2006/main">
            <a:off x="4914900" y="4562475"/>
            <a:ext cx="2038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183B32"/>
                </a:solidFill>
                <a:latin typeface="Arial"/>
                <a:ea typeface="Arial"/>
                <a:cs typeface="Arial"/>
              </a:defRPr>
            </a:pPr>
            <a:r>
              <a:rPr sz="900" b="1" i="0">
                <a:solidFill>
                  <a:srgbClr val="183B32"/>
                </a:solidFill>
                <a:latin typeface="Arial"/>
                <a:ea typeface="Arial"/>
                <a:cs typeface="Arial"/>
              </a:rPr>
              <a:t>ARCHITECTURE / STRUCTURED</a:t>
            </a:r>
          </a:p>
        </p:txBody>
      </p:sp>
      <p:sp>
        <p:nvSpPr>
          <p:cNvPr id="24" name="">
            <a:extLst xmlns:a="http://schemas.openxmlformats.org/drawingml/2006/main">
              <a:ext uri="{FF2B5EF4-FFF2-40B4-BE49-F238E27FC236}">
                <a16:creationId xmlns:a16="http://schemas.microsoft.com/office/drawing/2014/main" id="{D7EF2F9E-7A31-4A53-86D4-F451A565174F}"/>
              </a:ext>
            </a:extLst>
          </p:cNvPr>
          <p:cNvSpPr>
            <a:spLocks xmlns:a="http://schemas.openxmlformats.org/drawingml/2006/main" noGrp="1"/>
          </p:cNvSpPr>
          <p:nvPr/>
        </p:nvSpPr>
        <p:spPr>
          <a:xfrm xmlns:a="http://schemas.openxmlformats.org/drawingml/2006/main">
            <a:off x="4914900" y="4810125"/>
            <a:ext cx="2038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900" b="0" i="0">
                <a:solidFill>
                  <a:srgbClr val="716B60"/>
                </a:solidFill>
                <a:latin typeface="Arial"/>
                <a:ea typeface="Arial"/>
                <a:cs typeface="Arial"/>
              </a:defRPr>
            </a:pPr>
            <a:r>
              <a:rPr sz="900" b="0" i="0">
                <a:solidFill>
                  <a:srgbClr val="716B60"/>
                </a:solidFill>
                <a:latin typeface="Arial"/>
                <a:ea typeface="Arial"/>
                <a:cs typeface="Arial"/>
              </a:rPr>
              <a:t>p026  View of a Village along a River</a:t>
            </a:r>
          </a:p>
        </p:txBody>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804675606a0f4f3d"/>
          <a:srcRect xmlns:a="http://schemas.openxmlformats.org/drawingml/2006/main" l="2444" t="0" r="2444" b="0"/>
          <a:stretch xmlns:a="http://schemas.openxmlformats.org/drawingml/2006/main">
            <a:fillRect l="0" t="0" r="0" b="0"/>
          </a:stretch>
        </p:blipFill>
        <p:spPr>
          <a:xfrm xmlns:a="http://schemas.openxmlformats.org/drawingml/2006/main">
            <a:off x="7105650" y="2324100"/>
            <a:ext cx="2038350" cy="2143125"/>
          </a:xfrm>
          <a:prstGeom xmlns:a="http://schemas.openxmlformats.org/drawingml/2006/main" prst="roundRect">
            <a:avLst>
              <a:gd name="adj" fmla="val 1869"/>
            </a:avLst>
          </a:prstGeom>
        </p:spPr>
      </p:pic>
      <p:sp>
        <p:nvSpPr>
          <p:cNvPr id="26" name="">
            <a:extLst xmlns:a="http://schemas.openxmlformats.org/drawingml/2006/main">
              <a:ext uri="{FF2B5EF4-FFF2-40B4-BE49-F238E27FC236}">
                <a16:creationId xmlns:a16="http://schemas.microsoft.com/office/drawing/2014/main" id="{0AE28945-27C9-4C89-B272-93FC7607681A}"/>
              </a:ext>
            </a:extLst>
          </p:cNvPr>
          <p:cNvSpPr>
            <a:spLocks xmlns:a="http://schemas.openxmlformats.org/drawingml/2006/main" noGrp="1"/>
          </p:cNvSpPr>
          <p:nvPr/>
        </p:nvSpPr>
        <p:spPr>
          <a:xfrm xmlns:a="http://schemas.openxmlformats.org/drawingml/2006/main">
            <a:off x="7105650" y="4562475"/>
            <a:ext cx="2038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A9492D"/>
                </a:solidFill>
                <a:latin typeface="Arial"/>
                <a:ea typeface="Arial"/>
                <a:cs typeface="Arial"/>
              </a:defRPr>
            </a:pPr>
            <a:r>
              <a:rPr sz="900" b="1" i="0">
                <a:solidFill>
                  <a:srgbClr val="A9492D"/>
                </a:solidFill>
                <a:latin typeface="Arial"/>
                <a:ea typeface="Arial"/>
                <a:cs typeface="Arial"/>
              </a:rPr>
              <a:t>ABSTRACTION / SURREALISM</a:t>
            </a:r>
          </a:p>
        </p:txBody>
      </p:sp>
      <p:sp>
        <p:nvSpPr>
          <p:cNvPr id="27" name="">
            <a:extLst xmlns:a="http://schemas.openxmlformats.org/drawingml/2006/main">
              <a:ext uri="{FF2B5EF4-FFF2-40B4-BE49-F238E27FC236}">
                <a16:creationId xmlns:a16="http://schemas.microsoft.com/office/drawing/2014/main" id="{7A10FA7E-25CB-42A5-AC25-7B9612811283}"/>
              </a:ext>
            </a:extLst>
          </p:cNvPr>
          <p:cNvSpPr>
            <a:spLocks xmlns:a="http://schemas.openxmlformats.org/drawingml/2006/main" noGrp="1"/>
          </p:cNvSpPr>
          <p:nvPr/>
        </p:nvSpPr>
        <p:spPr>
          <a:xfrm xmlns:a="http://schemas.openxmlformats.org/drawingml/2006/main">
            <a:off x="7105650" y="4810125"/>
            <a:ext cx="2038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900" b="0" i="0">
                <a:solidFill>
                  <a:srgbClr val="716B60"/>
                </a:solidFill>
                <a:latin typeface="Arial"/>
                <a:ea typeface="Arial"/>
                <a:cs typeface="Arial"/>
              </a:defRPr>
            </a:pPr>
            <a:r>
              <a:rPr sz="900" b="0" i="0">
                <a:solidFill>
                  <a:srgbClr val="716B60"/>
                </a:solidFill>
                <a:latin typeface="Arial"/>
                <a:ea typeface="Arial"/>
                <a:cs typeface="Arial"/>
              </a:rPr>
              <a:t>p039  Painting with Troika</a:t>
            </a:r>
          </a:p>
        </p:txBody>
      </p:sp>
      <p:pic>
        <p:nvPicPr>
          <p:cNvPr id="80" name=""/>
          <p:cNvPicPr>
            <a:picLocks xmlns:a="http://schemas.openxmlformats.org/drawingml/2006/main" noChangeAspect="1"/>
          </p:cNvPicPr>
          <p:nvPr/>
        </p:nvPicPr>
        <p:blipFill>
          <a:blip xmlns:r="http://schemas.openxmlformats.org/officeDocument/2006/relationships" xmlns:a="http://schemas.openxmlformats.org/drawingml/2006/main" r:embed="R0c2c53daee1645ce"/>
          <a:srcRect xmlns:a="http://schemas.openxmlformats.org/drawingml/2006/main" l="2444" t="0" r="2444" b="0"/>
          <a:stretch xmlns:a="http://schemas.openxmlformats.org/drawingml/2006/main">
            <a:fillRect l="0" t="0" r="0" b="0"/>
          </a:stretch>
        </p:blipFill>
        <p:spPr>
          <a:xfrm xmlns:a="http://schemas.openxmlformats.org/drawingml/2006/main">
            <a:off x="9296400" y="2324100"/>
            <a:ext cx="2038350" cy="2143125"/>
          </a:xfrm>
          <a:prstGeom xmlns:a="http://schemas.openxmlformats.org/drawingml/2006/main" prst="roundRect">
            <a:avLst>
              <a:gd name="adj" fmla="val 1869"/>
            </a:avLst>
          </a:prstGeom>
        </p:spPr>
      </p:pic>
      <p:sp>
        <p:nvSpPr>
          <p:cNvPr id="29" name="">
            <a:extLst xmlns:a="http://schemas.openxmlformats.org/drawingml/2006/main">
              <a:ext uri="{FF2B5EF4-FFF2-40B4-BE49-F238E27FC236}">
                <a16:creationId xmlns:a16="http://schemas.microsoft.com/office/drawing/2014/main" id="{61E8FA79-4910-4296-9B6C-11D481058194}"/>
              </a:ext>
            </a:extLst>
          </p:cNvPr>
          <p:cNvSpPr>
            <a:spLocks xmlns:a="http://schemas.openxmlformats.org/drawingml/2006/main" noGrp="1"/>
          </p:cNvSpPr>
          <p:nvPr/>
        </p:nvSpPr>
        <p:spPr>
          <a:xfrm xmlns:a="http://schemas.openxmlformats.org/drawingml/2006/main">
            <a:off x="9296400" y="4562475"/>
            <a:ext cx="2038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183B32"/>
                </a:solidFill>
                <a:latin typeface="Arial"/>
                <a:ea typeface="Arial"/>
                <a:cs typeface="Arial"/>
              </a:defRPr>
            </a:pPr>
            <a:r>
              <a:rPr sz="900" b="1" i="0">
                <a:solidFill>
                  <a:srgbClr val="183B32"/>
                </a:solidFill>
                <a:latin typeface="Arial"/>
                <a:ea typeface="Arial"/>
                <a:cs typeface="Arial"/>
              </a:rPr>
              <a:t>HIGH-TEXTURE / BRUSHWORK</a:t>
            </a:r>
          </a:p>
        </p:txBody>
      </p:sp>
      <p:sp>
        <p:nvSpPr>
          <p:cNvPr id="30" name="">
            <a:extLst xmlns:a="http://schemas.openxmlformats.org/drawingml/2006/main">
              <a:ext uri="{FF2B5EF4-FFF2-40B4-BE49-F238E27FC236}">
                <a16:creationId xmlns:a16="http://schemas.microsoft.com/office/drawing/2014/main" id="{A9267D9D-11C0-43FB-88ED-91B3ED8D9180}"/>
              </a:ext>
            </a:extLst>
          </p:cNvPr>
          <p:cNvSpPr>
            <a:spLocks xmlns:a="http://schemas.openxmlformats.org/drawingml/2006/main" noGrp="1"/>
          </p:cNvSpPr>
          <p:nvPr/>
        </p:nvSpPr>
        <p:spPr>
          <a:xfrm xmlns:a="http://schemas.openxmlformats.org/drawingml/2006/main">
            <a:off x="9296400" y="4810125"/>
            <a:ext cx="2038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900" b="0" i="0">
                <a:solidFill>
                  <a:srgbClr val="716B60"/>
                </a:solidFill>
                <a:latin typeface="Arial"/>
                <a:ea typeface="Arial"/>
                <a:cs typeface="Arial"/>
              </a:defRPr>
            </a:pPr>
            <a:r>
              <a:rPr sz="900" b="0" i="0">
                <a:solidFill>
                  <a:srgbClr val="716B60"/>
                </a:solidFill>
                <a:latin typeface="Arial"/>
                <a:ea typeface="Arial"/>
                <a:cs typeface="Arial"/>
              </a:rPr>
              <a:t>p043  The Card Players</a:t>
            </a:r>
          </a:p>
        </p:txBody>
      </p:sp>
      <p:sp>
        <p:nvSpPr>
          <p:cNvPr id="31" name="">
            <a:extLst xmlns:a="http://schemas.openxmlformats.org/drawingml/2006/main">
              <a:ext uri="{FF2B5EF4-FFF2-40B4-BE49-F238E27FC236}">
                <a16:creationId xmlns:a16="http://schemas.microsoft.com/office/drawing/2014/main" id="{10E5F4D2-6A1C-4AEB-8F07-DFA1856133CD}"/>
              </a:ext>
            </a:extLst>
          </p:cNvPr>
          <p:cNvSpPr>
            <a:spLocks xmlns:a="http://schemas.openxmlformats.org/drawingml/2006/main" noGrp="1"/>
          </p:cNvSpPr>
          <p:nvPr/>
        </p:nvSpPr>
        <p:spPr>
          <a:xfrm xmlns:a="http://schemas.openxmlformats.org/drawingml/2006/main">
            <a:off x="533400" y="5362575"/>
            <a:ext cx="209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A9492D"/>
                </a:solidFill>
                <a:latin typeface="Arial"/>
                <a:ea typeface="Arial"/>
                <a:cs typeface="Arial"/>
              </a:defRPr>
            </a:pPr>
            <a:r>
              <a:rPr sz="900" b="1" i="0">
                <a:solidFill>
                  <a:srgbClr val="A9492D"/>
                </a:solidFill>
                <a:latin typeface="Arial"/>
                <a:ea typeface="Arial"/>
                <a:cs typeface="Arial"/>
              </a:rPr>
              <a:t>EXPERIMENT DESIGN</a:t>
            </a:r>
          </a:p>
        </p:txBody>
      </p:sp>
      <p:sp>
        <p:nvSpPr>
          <p:cNvPr id="32" name="">
            <a:extLst xmlns:a="http://schemas.openxmlformats.org/drawingml/2006/main">
              <a:ext uri="{FF2B5EF4-FFF2-40B4-BE49-F238E27FC236}">
                <a16:creationId xmlns:a16="http://schemas.microsoft.com/office/drawing/2014/main" id="{DCB8F402-328B-4D80-8D13-B4132148E01D}"/>
              </a:ext>
            </a:extLst>
          </p:cNvPr>
          <p:cNvSpPr>
            <a:spLocks xmlns:a="http://schemas.openxmlformats.org/drawingml/2006/main" noGrp="1"/>
          </p:cNvSpPr>
          <p:nvPr/>
        </p:nvSpPr>
        <p:spPr>
          <a:xfrm xmlns:a="http://schemas.openxmlformats.org/drawingml/2006/main">
            <a:off x="533400" y="5572125"/>
            <a:ext cx="2524125" cy="695325"/>
          </a:xfrm>
          <a:prstGeom xmlns:a="http://schemas.openxmlformats.org/drawingml/2006/main" prst="roundRect">
            <a:avLst>
              <a:gd name="adj" fmla="val 5479"/>
            </a:avLst>
          </a:prstGeom>
          <a:solidFill xmlns:a="http://schemas.openxmlformats.org/drawingml/2006/main">
            <a:srgbClr val="DCE4D3"/>
          </a:solidFill>
          <a:ln xmlns:a="http://schemas.openxmlformats.org/drawingml/2006/main" w="9525">
            <a:solidFill>
              <a:srgbClr val="C9BFA9"/>
            </a:solidFill>
            <a:prstDash val="solid"/>
          </a:ln>
        </p:spPr>
      </p:sp>
      <p:sp>
        <p:nvSpPr>
          <p:cNvPr id="33" name="">
            <a:extLst xmlns:a="http://schemas.openxmlformats.org/drawingml/2006/main">
              <a:ext uri="{FF2B5EF4-FFF2-40B4-BE49-F238E27FC236}">
                <a16:creationId xmlns:a16="http://schemas.microsoft.com/office/drawing/2014/main" id="{A9E49619-38AD-4661-B9D1-1260813C5201}"/>
              </a:ext>
            </a:extLst>
          </p:cNvPr>
          <p:cNvSpPr>
            <a:spLocks xmlns:a="http://schemas.openxmlformats.org/drawingml/2006/main" noGrp="1"/>
          </p:cNvSpPr>
          <p:nvPr/>
        </p:nvSpPr>
        <p:spPr>
          <a:xfrm xmlns:a="http://schemas.openxmlformats.org/drawingml/2006/main">
            <a:off x="647700" y="5648325"/>
            <a:ext cx="22955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825" b="1" i="0">
                <a:solidFill>
                  <a:srgbClr val="183B32"/>
                </a:solidFill>
                <a:latin typeface="Arial"/>
                <a:ea typeface="Arial"/>
                <a:cs typeface="Arial"/>
              </a:defRPr>
            </a:pPr>
            <a:r>
              <a:rPr sz="825" b="1" i="0">
                <a:solidFill>
                  <a:srgbClr val="183B32"/>
                </a:solidFill>
                <a:latin typeface="Arial"/>
                <a:ea typeface="Arial"/>
                <a:cs typeface="Arial"/>
              </a:rPr>
              <a:t>CANONICAL</a:t>
            </a:r>
          </a:p>
        </p:txBody>
      </p:sp>
      <p:sp>
        <p:nvSpPr>
          <p:cNvPr id="34" name="">
            <a:extLst xmlns:a="http://schemas.openxmlformats.org/drawingml/2006/main">
              <a:ext uri="{FF2B5EF4-FFF2-40B4-BE49-F238E27FC236}">
                <a16:creationId xmlns:a16="http://schemas.microsoft.com/office/drawing/2014/main" id="{16410A5A-079A-4B70-82C7-1EB82032B98B}"/>
              </a:ext>
            </a:extLst>
          </p:cNvPr>
          <p:cNvSpPr>
            <a:spLocks xmlns:a="http://schemas.openxmlformats.org/drawingml/2006/main" noGrp="1"/>
          </p:cNvSpPr>
          <p:nvPr/>
        </p:nvSpPr>
        <p:spPr>
          <a:xfrm xmlns:a="http://schemas.openxmlformats.org/drawingml/2006/main">
            <a:off x="647700" y="5857875"/>
            <a:ext cx="22955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825" b="0" i="0">
                <a:solidFill>
                  <a:srgbClr val="272923"/>
                </a:solidFill>
                <a:latin typeface="Arial"/>
                <a:ea typeface="Arial"/>
                <a:cs typeface="Arial"/>
              </a:defRPr>
            </a:pPr>
            <a:r>
              <a:rPr sz="825" b="0" i="0">
                <a:solidFill>
                  <a:srgbClr val="272923"/>
                </a:solidFill>
                <a:latin typeface="Arial"/>
                <a:ea typeface="Arial"/>
                <a:cs typeface="Arial"/>
              </a:rPr>
              <a:t>Four damage families plus zero-damage control across the collection</a:t>
            </a:r>
          </a:p>
        </p:txBody>
      </p:sp>
      <p:sp>
        <p:nvSpPr>
          <p:cNvPr id="35" name="">
            <a:extLst xmlns:a="http://schemas.openxmlformats.org/drawingml/2006/main">
              <a:ext uri="{FF2B5EF4-FFF2-40B4-BE49-F238E27FC236}">
                <a16:creationId xmlns:a16="http://schemas.microsoft.com/office/drawing/2014/main" id="{D83F871F-916C-4782-A213-B6D7D29EA087}"/>
              </a:ext>
            </a:extLst>
          </p:cNvPr>
          <p:cNvSpPr>
            <a:spLocks xmlns:a="http://schemas.openxmlformats.org/drawingml/2006/main" noGrp="1"/>
          </p:cNvSpPr>
          <p:nvPr/>
        </p:nvSpPr>
        <p:spPr>
          <a:xfrm xmlns:a="http://schemas.openxmlformats.org/drawingml/2006/main">
            <a:off x="3248025" y="5572125"/>
            <a:ext cx="2524125" cy="695325"/>
          </a:xfrm>
          <a:prstGeom xmlns:a="http://schemas.openxmlformats.org/drawingml/2006/main" prst="roundRect">
            <a:avLst>
              <a:gd name="adj" fmla="val 5479"/>
            </a:avLst>
          </a:prstGeom>
          <a:solidFill xmlns:a="http://schemas.openxmlformats.org/drawingml/2006/main">
            <a:srgbClr val="FBF7EB"/>
          </a:solidFill>
          <a:ln xmlns:a="http://schemas.openxmlformats.org/drawingml/2006/main" w="9525">
            <a:solidFill>
              <a:srgbClr val="C9BFA9"/>
            </a:solidFill>
            <a:prstDash val="solid"/>
          </a:ln>
        </p:spPr>
      </p:sp>
      <p:sp>
        <p:nvSpPr>
          <p:cNvPr id="36" name="">
            <a:extLst xmlns:a="http://schemas.openxmlformats.org/drawingml/2006/main">
              <a:ext uri="{FF2B5EF4-FFF2-40B4-BE49-F238E27FC236}">
                <a16:creationId xmlns:a16="http://schemas.microsoft.com/office/drawing/2014/main" id="{56267754-36BA-413E-81FE-538B9313B57E}"/>
              </a:ext>
            </a:extLst>
          </p:cNvPr>
          <p:cNvSpPr>
            <a:spLocks xmlns:a="http://schemas.openxmlformats.org/drawingml/2006/main" noGrp="1"/>
          </p:cNvSpPr>
          <p:nvPr/>
        </p:nvSpPr>
        <p:spPr>
          <a:xfrm xmlns:a="http://schemas.openxmlformats.org/drawingml/2006/main">
            <a:off x="3362325" y="5648325"/>
            <a:ext cx="22955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825" b="1" i="0">
                <a:solidFill>
                  <a:srgbClr val="A9492D"/>
                </a:solidFill>
                <a:latin typeface="Arial"/>
                <a:ea typeface="Arial"/>
                <a:cs typeface="Arial"/>
              </a:defRPr>
            </a:pPr>
            <a:r>
              <a:rPr sz="825" b="1" i="0">
                <a:solidFill>
                  <a:srgbClr val="A9492D"/>
                </a:solidFill>
                <a:latin typeface="Arial"/>
                <a:ea typeface="Arial"/>
                <a:cs typeface="Arial"/>
              </a:rPr>
              <a:t>DAMAGE SIZE</a:t>
            </a:r>
          </a:p>
        </p:txBody>
      </p:sp>
      <p:sp>
        <p:nvSpPr>
          <p:cNvPr id="37" name="">
            <a:extLst xmlns:a="http://schemas.openxmlformats.org/drawingml/2006/main">
              <a:ext uri="{FF2B5EF4-FFF2-40B4-BE49-F238E27FC236}">
                <a16:creationId xmlns:a16="http://schemas.microsoft.com/office/drawing/2014/main" id="{F7477787-7A1B-4561-B335-FE060ECE1F64}"/>
              </a:ext>
            </a:extLst>
          </p:cNvPr>
          <p:cNvSpPr>
            <a:spLocks xmlns:a="http://schemas.openxmlformats.org/drawingml/2006/main" noGrp="1"/>
          </p:cNvSpPr>
          <p:nvPr/>
        </p:nvSpPr>
        <p:spPr>
          <a:xfrm xmlns:a="http://schemas.openxmlformats.org/drawingml/2006/main">
            <a:off x="3362325" y="5857875"/>
            <a:ext cx="22955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825" b="0" i="0">
                <a:solidFill>
                  <a:srgbClr val="272923"/>
                </a:solidFill>
                <a:latin typeface="Arial"/>
                <a:ea typeface="Arial"/>
                <a:cs typeface="Arial"/>
              </a:defRPr>
            </a:pPr>
            <a:r>
              <a:rPr sz="825" b="0" i="0">
                <a:solidFill>
                  <a:srgbClr val="272923"/>
                </a:solidFill>
                <a:latin typeface="Arial"/>
                <a:ea typeface="Arial"/>
                <a:cs typeface="Arial"/>
              </a:rPr>
              <a:t>Seven nested target levels on a focused, balanced subset</a:t>
            </a:r>
          </a:p>
        </p:txBody>
      </p:sp>
      <p:sp>
        <p:nvSpPr>
          <p:cNvPr id="38" name="">
            <a:extLst xmlns:a="http://schemas.openxmlformats.org/drawingml/2006/main">
              <a:ext uri="{FF2B5EF4-FFF2-40B4-BE49-F238E27FC236}">
                <a16:creationId xmlns:a16="http://schemas.microsoft.com/office/drawing/2014/main" id="{61FE41BE-7172-4606-8AF9-CD1F3E6F2054}"/>
              </a:ext>
            </a:extLst>
          </p:cNvPr>
          <p:cNvSpPr>
            <a:spLocks xmlns:a="http://schemas.openxmlformats.org/drawingml/2006/main" noGrp="1"/>
          </p:cNvSpPr>
          <p:nvPr/>
        </p:nvSpPr>
        <p:spPr>
          <a:xfrm xmlns:a="http://schemas.openxmlformats.org/drawingml/2006/main">
            <a:off x="5962650" y="5572125"/>
            <a:ext cx="2524125" cy="695325"/>
          </a:xfrm>
          <a:prstGeom xmlns:a="http://schemas.openxmlformats.org/drawingml/2006/main" prst="roundRect">
            <a:avLst>
              <a:gd name="adj" fmla="val 5479"/>
            </a:avLst>
          </a:prstGeom>
          <a:solidFill xmlns:a="http://schemas.openxmlformats.org/drawingml/2006/main">
            <a:srgbClr val="DCE4D3"/>
          </a:solidFill>
          <a:ln xmlns:a="http://schemas.openxmlformats.org/drawingml/2006/main" w="9525">
            <a:solidFill>
              <a:srgbClr val="C9BFA9"/>
            </a:solidFill>
            <a:prstDash val="solid"/>
          </a:ln>
        </p:spPr>
      </p:sp>
      <p:sp>
        <p:nvSpPr>
          <p:cNvPr id="39" name="">
            <a:extLst xmlns:a="http://schemas.openxmlformats.org/drawingml/2006/main">
              <a:ext uri="{FF2B5EF4-FFF2-40B4-BE49-F238E27FC236}">
                <a16:creationId xmlns:a16="http://schemas.microsoft.com/office/drawing/2014/main" id="{ABAF4217-FBDE-4956-A1F9-510B4DA3947A}"/>
              </a:ext>
            </a:extLst>
          </p:cNvPr>
          <p:cNvSpPr>
            <a:spLocks xmlns:a="http://schemas.openxmlformats.org/drawingml/2006/main" noGrp="1"/>
          </p:cNvSpPr>
          <p:nvPr/>
        </p:nvSpPr>
        <p:spPr>
          <a:xfrm xmlns:a="http://schemas.openxmlformats.org/drawingml/2006/main">
            <a:off x="6076950" y="5648325"/>
            <a:ext cx="22955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825" b="1" i="0">
                <a:solidFill>
                  <a:srgbClr val="183B32"/>
                </a:solidFill>
                <a:latin typeface="Arial"/>
                <a:ea typeface="Arial"/>
                <a:cs typeface="Arial"/>
              </a:defRPr>
            </a:pPr>
            <a:r>
              <a:rPr sz="825" b="1" i="0">
                <a:solidFill>
                  <a:srgbClr val="183B32"/>
                </a:solidFill>
                <a:latin typeface="Arial"/>
                <a:ea typeface="Arial"/>
                <a:cs typeface="Arial"/>
              </a:rPr>
              <a:t>MASK ROBUSTNESS</a:t>
            </a:r>
          </a:p>
        </p:txBody>
      </p:sp>
      <p:sp>
        <p:nvSpPr>
          <p:cNvPr id="40" name="">
            <a:extLst xmlns:a="http://schemas.openxmlformats.org/drawingml/2006/main">
              <a:ext uri="{FF2B5EF4-FFF2-40B4-BE49-F238E27FC236}">
                <a16:creationId xmlns:a16="http://schemas.microsoft.com/office/drawing/2014/main" id="{9FF774C6-7C0B-4088-B773-46940736D33A}"/>
              </a:ext>
            </a:extLst>
          </p:cNvPr>
          <p:cNvSpPr>
            <a:spLocks xmlns:a="http://schemas.openxmlformats.org/drawingml/2006/main" noGrp="1"/>
          </p:cNvSpPr>
          <p:nvPr/>
        </p:nvSpPr>
        <p:spPr>
          <a:xfrm xmlns:a="http://schemas.openxmlformats.org/drawingml/2006/main">
            <a:off x="6076950" y="5857875"/>
            <a:ext cx="22955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825" b="0" i="0">
                <a:solidFill>
                  <a:srgbClr val="272923"/>
                </a:solidFill>
                <a:latin typeface="Arial"/>
                <a:ea typeface="Arial"/>
                <a:cs typeface="Arial"/>
              </a:defRPr>
            </a:pPr>
            <a:r>
              <a:rPr sz="825" b="0" i="0">
                <a:solidFill>
                  <a:srgbClr val="272923"/>
                </a:solidFill>
                <a:latin typeface="Arial"/>
                <a:ea typeface="Arial"/>
                <a:cs typeface="Arial"/>
              </a:rPr>
              <a:t>Matched placement and geometry changes on focused cases</a:t>
            </a:r>
          </a:p>
        </p:txBody>
      </p:sp>
      <p:sp>
        <p:nvSpPr>
          <p:cNvPr id="41" name="">
            <a:extLst xmlns:a="http://schemas.openxmlformats.org/drawingml/2006/main">
              <a:ext uri="{FF2B5EF4-FFF2-40B4-BE49-F238E27FC236}">
                <a16:creationId xmlns:a16="http://schemas.microsoft.com/office/drawing/2014/main" id="{650F3C3D-D300-4179-8635-20853D885324}"/>
              </a:ext>
            </a:extLst>
          </p:cNvPr>
          <p:cNvSpPr>
            <a:spLocks xmlns:a="http://schemas.openxmlformats.org/drawingml/2006/main" noGrp="1"/>
          </p:cNvSpPr>
          <p:nvPr/>
        </p:nvSpPr>
        <p:spPr>
          <a:xfrm xmlns:a="http://schemas.openxmlformats.org/drawingml/2006/main">
            <a:off x="8677275" y="5572125"/>
            <a:ext cx="2524125" cy="695325"/>
          </a:xfrm>
          <a:prstGeom xmlns:a="http://schemas.openxmlformats.org/drawingml/2006/main" prst="roundRect">
            <a:avLst>
              <a:gd name="adj" fmla="val 5479"/>
            </a:avLst>
          </a:prstGeom>
          <a:solidFill xmlns:a="http://schemas.openxmlformats.org/drawingml/2006/main">
            <a:srgbClr val="FBF7EB"/>
          </a:solidFill>
          <a:ln xmlns:a="http://schemas.openxmlformats.org/drawingml/2006/main" w="9525">
            <a:solidFill>
              <a:srgbClr val="C9BFA9"/>
            </a:solidFill>
            <a:prstDash val="solid"/>
          </a:ln>
        </p:spPr>
      </p:sp>
      <p:sp>
        <p:nvSpPr>
          <p:cNvPr id="42" name="">
            <a:extLst xmlns:a="http://schemas.openxmlformats.org/drawingml/2006/main">
              <a:ext uri="{FF2B5EF4-FFF2-40B4-BE49-F238E27FC236}">
                <a16:creationId xmlns:a16="http://schemas.microsoft.com/office/drawing/2014/main" id="{A8C3F997-28EC-497D-9360-5CCA33A0A7F5}"/>
              </a:ext>
            </a:extLst>
          </p:cNvPr>
          <p:cNvSpPr>
            <a:spLocks xmlns:a="http://schemas.openxmlformats.org/drawingml/2006/main" noGrp="1"/>
          </p:cNvSpPr>
          <p:nvPr/>
        </p:nvSpPr>
        <p:spPr>
          <a:xfrm xmlns:a="http://schemas.openxmlformats.org/drawingml/2006/main">
            <a:off x="8791575" y="5648325"/>
            <a:ext cx="22955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825" b="1" i="0">
                <a:solidFill>
                  <a:srgbClr val="183B32"/>
                </a:solidFill>
                <a:latin typeface="Arial"/>
                <a:ea typeface="Arial"/>
                <a:cs typeface="Arial"/>
              </a:defRPr>
            </a:pPr>
            <a:r>
              <a:rPr sz="825" b="1" i="0">
                <a:solidFill>
                  <a:srgbClr val="183B32"/>
                </a:solidFill>
                <a:latin typeface="Arial"/>
                <a:ea typeface="Arial"/>
                <a:cs typeface="Arial"/>
              </a:rPr>
              <a:t>DEGRADATION</a:t>
            </a:r>
          </a:p>
        </p:txBody>
      </p:sp>
      <p:sp>
        <p:nvSpPr>
          <p:cNvPr id="43" name="">
            <a:extLst xmlns:a="http://schemas.openxmlformats.org/drawingml/2006/main">
              <a:ext uri="{FF2B5EF4-FFF2-40B4-BE49-F238E27FC236}">
                <a16:creationId xmlns:a16="http://schemas.microsoft.com/office/drawing/2014/main" id="{423AE0A5-D04E-4AE8-BF4A-74EEB058503D}"/>
              </a:ext>
            </a:extLst>
          </p:cNvPr>
          <p:cNvSpPr>
            <a:spLocks xmlns:a="http://schemas.openxmlformats.org/drawingml/2006/main" noGrp="1"/>
          </p:cNvSpPr>
          <p:nvPr/>
        </p:nvSpPr>
        <p:spPr>
          <a:xfrm xmlns:a="http://schemas.openxmlformats.org/drawingml/2006/main">
            <a:off x="8791575" y="5857875"/>
            <a:ext cx="22955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825" b="0" i="0">
                <a:solidFill>
                  <a:srgbClr val="272923"/>
                </a:solidFill>
                <a:latin typeface="Arial"/>
                <a:ea typeface="Arial"/>
                <a:cs typeface="Arial"/>
              </a:defRPr>
            </a:pPr>
            <a:r>
              <a:rPr sz="825" b="0" i="0">
                <a:solidFill>
                  <a:srgbClr val="272923"/>
                </a:solidFill>
                <a:latin typeface="Arial"/>
                <a:ea typeface="Arial"/>
                <a:cs typeface="Arial"/>
              </a:rPr>
              <a:t>Individual and combined procedural effects with task eligibility rules</a:t>
            </a:r>
          </a:p>
        </p:txBody>
      </p:sp>
      <p:sp>
        <p:nvSpPr>
          <p:cNvPr id="44" name="">
            <a:extLst xmlns:a="http://schemas.openxmlformats.org/drawingml/2006/main">
              <a:ext uri="{FF2B5EF4-FFF2-40B4-BE49-F238E27FC236}">
                <a16:creationId xmlns:a16="http://schemas.microsoft.com/office/drawing/2014/main" id="{649935BB-6DCD-408F-A7FB-DB51CC954548}"/>
              </a:ext>
            </a:extLst>
          </p:cNvPr>
          <p:cNvSpPr>
            <a:spLocks xmlns:a="http://schemas.openxmlformats.org/drawingml/2006/main" noGrp="1"/>
          </p:cNvSpPr>
          <p:nvPr/>
        </p:nvSpPr>
        <p:spPr>
          <a:xfrm xmlns:a="http://schemas.openxmlformats.org/drawingml/2006/main">
            <a:off x="533400" y="6505575"/>
            <a:ext cx="11087100" cy="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45" name="">
            <a:extLst xmlns:a="http://schemas.openxmlformats.org/drawingml/2006/main">
              <a:ext uri="{FF2B5EF4-FFF2-40B4-BE49-F238E27FC236}">
                <a16:creationId xmlns:a16="http://schemas.microsoft.com/office/drawing/2014/main" id="{2F54D10A-FCF9-4FD5-9404-8F87C671DB11}"/>
              </a:ext>
            </a:extLst>
          </p:cNvPr>
          <p:cNvSpPr>
            <a:spLocks xmlns:a="http://schemas.openxmlformats.org/drawingml/2006/main" noGrp="1"/>
          </p:cNvSpPr>
          <p:nvPr/>
        </p:nvSpPr>
        <p:spPr>
          <a:xfrm xmlns:a="http://schemas.openxmlformats.org/drawingml/2006/main">
            <a:off x="533400" y="6553200"/>
            <a:ext cx="8763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675" b="1" i="0">
                <a:solidFill>
                  <a:srgbClr val="716B60"/>
                </a:solidFill>
                <a:latin typeface="Arial"/>
                <a:ea typeface="Arial"/>
                <a:cs typeface="Arial"/>
              </a:defRPr>
            </a:pPr>
            <a:r>
              <a:rPr sz="675" b="1" i="0">
                <a:solidFill>
                  <a:srgbClr val="716B60"/>
                </a:solidFill>
                <a:latin typeface="Arial"/>
                <a:ea typeface="Arial"/>
                <a:cs typeface="Arial"/>
              </a:rPr>
              <a:t>TRUSTWORTHY EVALUATION FRAMEWORKS FOR AI-ASSISTED PAINTING RESTORATION</a:t>
            </a:r>
          </a:p>
        </p:txBody>
      </p:sp>
      <p:sp>
        <p:nvSpPr>
          <p:cNvPr id="46" name="">
            <a:extLst xmlns:a="http://schemas.openxmlformats.org/drawingml/2006/main">
              <a:ext uri="{FF2B5EF4-FFF2-40B4-BE49-F238E27FC236}">
                <a16:creationId xmlns:a16="http://schemas.microsoft.com/office/drawing/2014/main" id="{BFCCCFA9-ABD3-49FC-B916-576044035AE2}"/>
              </a:ext>
            </a:extLst>
          </p:cNvPr>
          <p:cNvSpPr>
            <a:spLocks xmlns:a="http://schemas.openxmlformats.org/drawingml/2006/main" noGrp="1"/>
          </p:cNvSpPr>
          <p:nvPr/>
        </p:nvSpPr>
        <p:spPr>
          <a:xfrm xmlns:a="http://schemas.openxmlformats.org/drawingml/2006/main">
            <a:off x="9334500" y="6553200"/>
            <a:ext cx="2286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675" b="1" i="0">
                <a:solidFill>
                  <a:srgbClr val="716B60"/>
                </a:solidFill>
                <a:latin typeface="Arial"/>
                <a:ea typeface="Arial"/>
                <a:cs typeface="Arial"/>
              </a:defRPr>
            </a:pPr>
            <a:r>
              <a:rPr sz="675" b="1" i="0">
                <a:solidFill>
                  <a:srgbClr val="716B60"/>
                </a:solidFill>
                <a:latin typeface="Arial"/>
                <a:ea typeface="Arial"/>
                <a:cs typeface="Arial"/>
              </a:rPr>
              <a:t>RAHUL MADDINENI  •  4/5</a:t>
            </a:r>
          </a:p>
        </p:txBody>
      </p:sp>
    </p:spTree>
    <p:extLst>
      <p:ext uri="{BB962C8B-B14F-4D97-AF65-F5344CB8AC3E}">
        <p14:creationId xmlns:p14="http://schemas.microsoft.com/office/powerpoint/2010/main" val="303078129"/>
      </p:ext>
    </p:extLst>
  </p:cSld>
</p:sld>
</file>

<file path=ppt/slides/slide5.xml><?xml version="1.0" encoding="utf-8"?>
<p:sld xmlns:p="http://schemas.openxmlformats.org/presentationml/2006/main">
  <p:cSld>
    <p:bg>
      <p:bgPr>
        <a:solidFill xmlns:a="http://schemas.openxmlformats.org/drawingml/2006/main">
          <a:srgbClr val="F4EEDC"/>
        </a:solidFill>
      </p:bgPr>
    </p:bg>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BB98C230-BF6C-4DBA-AE7A-EF3CA1244A4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83B3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0C905FB-BC99-4BBE-B06F-1D073AC677DD}"/>
              </a:ext>
            </a:extLst>
          </p:cNvPr>
          <p:cNvSpPr>
            <a:spLocks xmlns:a="http://schemas.openxmlformats.org/drawingml/2006/main" noGrp="1"/>
          </p:cNvSpPr>
          <p:nvPr/>
        </p:nvSpPr>
        <p:spPr>
          <a:xfrm xmlns:a="http://schemas.openxmlformats.org/drawingml/2006/main">
            <a:off x="533400" y="285750"/>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A9492D"/>
                </a:solidFill>
                <a:latin typeface="Arial"/>
                <a:ea typeface="Arial"/>
                <a:cs typeface="Arial"/>
              </a:defRPr>
            </a:pPr>
            <a:r>
              <a:rPr sz="900" b="1" i="0">
                <a:solidFill>
                  <a:srgbClr val="A9492D"/>
                </a:solidFill>
                <a:latin typeface="Arial"/>
                <a:ea typeface="Arial"/>
                <a:cs typeface="Arial"/>
              </a:rPr>
              <a:t>05  /  PROPOSAL</a:t>
            </a:r>
          </a:p>
        </p:txBody>
      </p:sp>
      <p:sp>
        <p:nvSpPr>
          <p:cNvPr id="3" name="">
            <a:extLst xmlns:a="http://schemas.openxmlformats.org/drawingml/2006/main">
              <a:ext uri="{FF2B5EF4-FFF2-40B4-BE49-F238E27FC236}">
                <a16:creationId xmlns:a16="http://schemas.microsoft.com/office/drawing/2014/main" id="{A759E4FD-9905-4492-AE1E-5658ECD0FA4B}"/>
              </a:ext>
            </a:extLst>
          </p:cNvPr>
          <p:cNvSpPr>
            <a:spLocks xmlns:a="http://schemas.openxmlformats.org/drawingml/2006/main" noGrp="1"/>
          </p:cNvSpPr>
          <p:nvPr/>
        </p:nvSpPr>
        <p:spPr>
          <a:xfrm xmlns:a="http://schemas.openxmlformats.org/drawingml/2006/main">
            <a:off x="533400" y="54292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700" b="0" i="0">
                <a:solidFill>
                  <a:srgbClr val="183B32"/>
                </a:solidFill>
                <a:latin typeface="Georgia"/>
                <a:ea typeface="Georgia"/>
                <a:cs typeface="Georgia"/>
              </a:defRPr>
            </a:pPr>
            <a:r>
              <a:rPr sz="2700" b="0" i="0">
                <a:solidFill>
                  <a:srgbClr val="183B32"/>
                </a:solidFill>
                <a:latin typeface="Georgia"/>
                <a:ea typeface="Georgia"/>
                <a:cs typeface="Georgia"/>
              </a:rPr>
              <a:t>Project Plan</a:t>
            </a:r>
          </a:p>
        </p:txBody>
      </p:sp>
      <p:sp>
        <p:nvSpPr>
          <p:cNvPr id="4" name="">
            <a:extLst xmlns:a="http://schemas.openxmlformats.org/drawingml/2006/main">
              <a:ext uri="{FF2B5EF4-FFF2-40B4-BE49-F238E27FC236}">
                <a16:creationId xmlns:a16="http://schemas.microsoft.com/office/drawing/2014/main" id="{C69C1391-79D9-41CA-BE50-0FDC32648FC6}"/>
              </a:ext>
            </a:extLst>
          </p:cNvPr>
          <p:cNvSpPr>
            <a:spLocks xmlns:a="http://schemas.openxmlformats.org/drawingml/2006/main" noGrp="1"/>
          </p:cNvSpPr>
          <p:nvPr/>
        </p:nvSpPr>
        <p:spPr>
          <a:xfrm xmlns:a="http://schemas.openxmlformats.org/drawingml/2006/main">
            <a:off x="7810500" y="590550"/>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75" b="0" i="1">
                <a:solidFill>
                  <a:srgbClr val="716B60"/>
                </a:solidFill>
                <a:latin typeface="Georgia"/>
                <a:ea typeface="Georgia"/>
                <a:cs typeface="Georgia"/>
              </a:defRPr>
            </a:pPr>
            <a:r>
              <a:rPr sz="1275" b="0" i="1">
                <a:solidFill>
                  <a:srgbClr val="716B60"/>
                </a:solidFill>
                <a:latin typeface="Georgia"/>
                <a:ea typeface="Georgia"/>
                <a:cs typeface="Georgia"/>
              </a:rPr>
              <a:t>June 2026 to June 2027, with review gates built in.</a:t>
            </a:r>
          </a:p>
        </p:txBody>
      </p:sp>
      <p:sp>
        <p:nvSpPr>
          <p:cNvPr id="5" name="">
            <a:extLst xmlns:a="http://schemas.openxmlformats.org/drawingml/2006/main">
              <a:ext uri="{FF2B5EF4-FFF2-40B4-BE49-F238E27FC236}">
                <a16:creationId xmlns:a16="http://schemas.microsoft.com/office/drawing/2014/main" id="{EA665088-E336-4A1C-83F3-7782485C5DC7}"/>
              </a:ext>
            </a:extLst>
          </p:cNvPr>
          <p:cNvSpPr>
            <a:spLocks xmlns:a="http://schemas.openxmlformats.org/drawingml/2006/main" noGrp="1"/>
          </p:cNvSpPr>
          <p:nvPr/>
        </p:nvSpPr>
        <p:spPr>
          <a:xfrm xmlns:a="http://schemas.openxmlformats.org/drawingml/2006/main">
            <a:off x="533400" y="1104900"/>
            <a:ext cx="11087100" cy="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6" name="">
            <a:extLst xmlns:a="http://schemas.openxmlformats.org/drawingml/2006/main">
              <a:ext uri="{FF2B5EF4-FFF2-40B4-BE49-F238E27FC236}">
                <a16:creationId xmlns:a16="http://schemas.microsoft.com/office/drawing/2014/main" id="{AD8CD6A8-ECDC-459D-8FB4-22397FE713D6}"/>
              </a:ext>
            </a:extLst>
          </p:cNvPr>
          <p:cNvSpPr>
            <a:spLocks xmlns:a="http://schemas.openxmlformats.org/drawingml/2006/main" noGrp="1"/>
          </p:cNvSpPr>
          <p:nvPr/>
        </p:nvSpPr>
        <p:spPr>
          <a:xfrm xmlns:a="http://schemas.openxmlformats.org/drawingml/2006/main">
            <a:off x="533400" y="1323975"/>
            <a:ext cx="2000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A9492D"/>
                </a:solidFill>
                <a:latin typeface="Arial"/>
                <a:ea typeface="Arial"/>
                <a:cs typeface="Arial"/>
              </a:defRPr>
            </a:pPr>
            <a:r>
              <a:rPr sz="900" b="1" i="0">
                <a:solidFill>
                  <a:srgbClr val="A9492D"/>
                </a:solidFill>
                <a:latin typeface="Arial"/>
                <a:ea typeface="Arial"/>
                <a:cs typeface="Arial"/>
              </a:rPr>
              <a:t>WORKSTREAM</a:t>
            </a:r>
          </a:p>
        </p:txBody>
      </p:sp>
      <p:sp>
        <p:nvSpPr>
          <p:cNvPr id="7" name="">
            <a:extLst xmlns:a="http://schemas.openxmlformats.org/drawingml/2006/main">
              <a:ext uri="{FF2B5EF4-FFF2-40B4-BE49-F238E27FC236}">
                <a16:creationId xmlns:a16="http://schemas.microsoft.com/office/drawing/2014/main" id="{4A28BCE7-5F82-4EE3-AA09-0E6DFA4BD2C7}"/>
              </a:ext>
            </a:extLst>
          </p:cNvPr>
          <p:cNvSpPr>
            <a:spLocks xmlns:a="http://schemas.openxmlformats.org/drawingml/2006/main" noGrp="1"/>
          </p:cNvSpPr>
          <p:nvPr/>
        </p:nvSpPr>
        <p:spPr>
          <a:xfrm xmlns:a="http://schemas.openxmlformats.org/drawingml/2006/main">
            <a:off x="2714625" y="1323975"/>
            <a:ext cx="4590317"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183B32"/>
                </a:solidFill>
                <a:latin typeface="Arial"/>
                <a:ea typeface="Arial"/>
                <a:cs typeface="Arial"/>
              </a:defRPr>
            </a:pPr>
            <a:r>
              <a:rPr sz="900" b="1" i="0">
                <a:solidFill>
                  <a:srgbClr val="183B32"/>
                </a:solidFill>
                <a:latin typeface="Arial"/>
                <a:ea typeface="Arial"/>
                <a:cs typeface="Arial"/>
              </a:rPr>
              <a:t>2026</a:t>
            </a:r>
          </a:p>
        </p:txBody>
      </p:sp>
      <p:sp>
        <p:nvSpPr>
          <p:cNvPr id="8" name="">
            <a:extLst xmlns:a="http://schemas.openxmlformats.org/drawingml/2006/main">
              <a:ext uri="{FF2B5EF4-FFF2-40B4-BE49-F238E27FC236}">
                <a16:creationId xmlns:a16="http://schemas.microsoft.com/office/drawing/2014/main" id="{28E64680-2E20-46F0-9B98-BF0AA87021CF}"/>
              </a:ext>
            </a:extLst>
          </p:cNvPr>
          <p:cNvSpPr>
            <a:spLocks xmlns:a="http://schemas.openxmlformats.org/drawingml/2006/main" noGrp="1"/>
          </p:cNvSpPr>
          <p:nvPr/>
        </p:nvSpPr>
        <p:spPr>
          <a:xfrm xmlns:a="http://schemas.openxmlformats.org/drawingml/2006/main">
            <a:off x="7304942" y="1323975"/>
            <a:ext cx="3934558"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183B32"/>
                </a:solidFill>
                <a:latin typeface="Arial"/>
                <a:ea typeface="Arial"/>
                <a:cs typeface="Arial"/>
              </a:defRPr>
            </a:pPr>
            <a:r>
              <a:rPr sz="900" b="1" i="0">
                <a:solidFill>
                  <a:srgbClr val="183B32"/>
                </a:solidFill>
                <a:latin typeface="Arial"/>
                <a:ea typeface="Arial"/>
                <a:cs typeface="Arial"/>
              </a:rPr>
              <a:t>2027</a:t>
            </a:r>
          </a:p>
        </p:txBody>
      </p:sp>
      <p:sp>
        <p:nvSpPr>
          <p:cNvPr id="9" name="">
            <a:extLst xmlns:a="http://schemas.openxmlformats.org/drawingml/2006/main">
              <a:ext uri="{FF2B5EF4-FFF2-40B4-BE49-F238E27FC236}">
                <a16:creationId xmlns:a16="http://schemas.microsoft.com/office/drawing/2014/main" id="{F97BD8D6-DC14-4BFA-B74F-519C3D56CE30}"/>
              </a:ext>
            </a:extLst>
          </p:cNvPr>
          <p:cNvSpPr>
            <a:spLocks xmlns:a="http://schemas.openxmlformats.org/drawingml/2006/main" noGrp="1"/>
          </p:cNvSpPr>
          <p:nvPr/>
        </p:nvSpPr>
        <p:spPr>
          <a:xfrm xmlns:a="http://schemas.openxmlformats.org/drawingml/2006/main">
            <a:off x="2714625" y="1552575"/>
            <a:ext cx="65576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750" b="1" i="0">
                <a:solidFill>
                  <a:srgbClr val="716B60"/>
                </a:solidFill>
                <a:latin typeface="Arial"/>
                <a:ea typeface="Arial"/>
                <a:cs typeface="Arial"/>
              </a:defRPr>
            </a:pPr>
            <a:r>
              <a:rPr sz="750" b="1" i="0">
                <a:solidFill>
                  <a:srgbClr val="716B60"/>
                </a:solidFill>
                <a:latin typeface="Arial"/>
                <a:ea typeface="Arial"/>
                <a:cs typeface="Arial"/>
              </a:rPr>
              <a:t>JUN</a:t>
            </a:r>
          </a:p>
        </p:txBody>
      </p:sp>
      <p:sp>
        <p:nvSpPr>
          <p:cNvPr id="10" name="">
            <a:extLst xmlns:a="http://schemas.openxmlformats.org/drawingml/2006/main">
              <a:ext uri="{FF2B5EF4-FFF2-40B4-BE49-F238E27FC236}">
                <a16:creationId xmlns:a16="http://schemas.microsoft.com/office/drawing/2014/main" id="{9285226D-15AC-482C-A89D-F1F505E366AF}"/>
              </a:ext>
            </a:extLst>
          </p:cNvPr>
          <p:cNvSpPr>
            <a:spLocks xmlns:a="http://schemas.openxmlformats.org/drawingml/2006/main" noGrp="1"/>
          </p:cNvSpPr>
          <p:nvPr/>
        </p:nvSpPr>
        <p:spPr>
          <a:xfrm xmlns:a="http://schemas.openxmlformats.org/drawingml/2006/main">
            <a:off x="2714625" y="1838325"/>
            <a:ext cx="0" cy="333375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11" name="">
            <a:extLst xmlns:a="http://schemas.openxmlformats.org/drawingml/2006/main">
              <a:ext uri="{FF2B5EF4-FFF2-40B4-BE49-F238E27FC236}">
                <a16:creationId xmlns:a16="http://schemas.microsoft.com/office/drawing/2014/main" id="{1FBD34CB-FAF1-41DE-BAC0-9B0506F82A07}"/>
              </a:ext>
            </a:extLst>
          </p:cNvPr>
          <p:cNvSpPr>
            <a:spLocks xmlns:a="http://schemas.openxmlformats.org/drawingml/2006/main" noGrp="1"/>
          </p:cNvSpPr>
          <p:nvPr/>
        </p:nvSpPr>
        <p:spPr>
          <a:xfrm xmlns:a="http://schemas.openxmlformats.org/drawingml/2006/main">
            <a:off x="3370385" y="1552575"/>
            <a:ext cx="65576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750" b="1" i="0">
                <a:solidFill>
                  <a:srgbClr val="716B60"/>
                </a:solidFill>
                <a:latin typeface="Arial"/>
                <a:ea typeface="Arial"/>
                <a:cs typeface="Arial"/>
              </a:defRPr>
            </a:pPr>
            <a:r>
              <a:rPr sz="750" b="1" i="0">
                <a:solidFill>
                  <a:srgbClr val="716B60"/>
                </a:solidFill>
                <a:latin typeface="Arial"/>
                <a:ea typeface="Arial"/>
                <a:cs typeface="Arial"/>
              </a:rPr>
              <a:t>JUL</a:t>
            </a:r>
          </a:p>
        </p:txBody>
      </p:sp>
      <p:sp>
        <p:nvSpPr>
          <p:cNvPr id="12" name="">
            <a:extLst xmlns:a="http://schemas.openxmlformats.org/drawingml/2006/main">
              <a:ext uri="{FF2B5EF4-FFF2-40B4-BE49-F238E27FC236}">
                <a16:creationId xmlns:a16="http://schemas.microsoft.com/office/drawing/2014/main" id="{B103439B-C13E-46B4-916E-08D41FFE67B2}"/>
              </a:ext>
            </a:extLst>
          </p:cNvPr>
          <p:cNvSpPr>
            <a:spLocks xmlns:a="http://schemas.openxmlformats.org/drawingml/2006/main" noGrp="1"/>
          </p:cNvSpPr>
          <p:nvPr/>
        </p:nvSpPr>
        <p:spPr>
          <a:xfrm xmlns:a="http://schemas.openxmlformats.org/drawingml/2006/main">
            <a:off x="3370385" y="1838325"/>
            <a:ext cx="0" cy="333375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13" name="">
            <a:extLst xmlns:a="http://schemas.openxmlformats.org/drawingml/2006/main">
              <a:ext uri="{FF2B5EF4-FFF2-40B4-BE49-F238E27FC236}">
                <a16:creationId xmlns:a16="http://schemas.microsoft.com/office/drawing/2014/main" id="{7249885E-B289-41CA-8429-19827AE5B262}"/>
              </a:ext>
            </a:extLst>
          </p:cNvPr>
          <p:cNvSpPr>
            <a:spLocks xmlns:a="http://schemas.openxmlformats.org/drawingml/2006/main" noGrp="1"/>
          </p:cNvSpPr>
          <p:nvPr/>
        </p:nvSpPr>
        <p:spPr>
          <a:xfrm xmlns:a="http://schemas.openxmlformats.org/drawingml/2006/main">
            <a:off x="4026144" y="1552575"/>
            <a:ext cx="65576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750" b="1" i="0">
                <a:solidFill>
                  <a:srgbClr val="716B60"/>
                </a:solidFill>
                <a:latin typeface="Arial"/>
                <a:ea typeface="Arial"/>
                <a:cs typeface="Arial"/>
              </a:defRPr>
            </a:pPr>
            <a:r>
              <a:rPr sz="750" b="1" i="0">
                <a:solidFill>
                  <a:srgbClr val="716B60"/>
                </a:solidFill>
                <a:latin typeface="Arial"/>
                <a:ea typeface="Arial"/>
                <a:cs typeface="Arial"/>
              </a:rPr>
              <a:t>AUG</a:t>
            </a:r>
          </a:p>
        </p:txBody>
      </p:sp>
      <p:sp>
        <p:nvSpPr>
          <p:cNvPr id="14" name="">
            <a:extLst xmlns:a="http://schemas.openxmlformats.org/drawingml/2006/main">
              <a:ext uri="{FF2B5EF4-FFF2-40B4-BE49-F238E27FC236}">
                <a16:creationId xmlns:a16="http://schemas.microsoft.com/office/drawing/2014/main" id="{32912E6A-1938-46BB-935F-53293D2DA605}"/>
              </a:ext>
            </a:extLst>
          </p:cNvPr>
          <p:cNvSpPr>
            <a:spLocks xmlns:a="http://schemas.openxmlformats.org/drawingml/2006/main" noGrp="1"/>
          </p:cNvSpPr>
          <p:nvPr/>
        </p:nvSpPr>
        <p:spPr>
          <a:xfrm xmlns:a="http://schemas.openxmlformats.org/drawingml/2006/main">
            <a:off x="4026144" y="1838325"/>
            <a:ext cx="0" cy="333375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15" name="">
            <a:extLst xmlns:a="http://schemas.openxmlformats.org/drawingml/2006/main">
              <a:ext uri="{FF2B5EF4-FFF2-40B4-BE49-F238E27FC236}">
                <a16:creationId xmlns:a16="http://schemas.microsoft.com/office/drawing/2014/main" id="{0E62DE3C-693C-48BD-9AFC-E20C2A3EFB72}"/>
              </a:ext>
            </a:extLst>
          </p:cNvPr>
          <p:cNvSpPr>
            <a:spLocks xmlns:a="http://schemas.openxmlformats.org/drawingml/2006/main" noGrp="1"/>
          </p:cNvSpPr>
          <p:nvPr/>
        </p:nvSpPr>
        <p:spPr>
          <a:xfrm xmlns:a="http://schemas.openxmlformats.org/drawingml/2006/main">
            <a:off x="4681904" y="1552575"/>
            <a:ext cx="65576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750" b="1" i="0">
                <a:solidFill>
                  <a:srgbClr val="716B60"/>
                </a:solidFill>
                <a:latin typeface="Arial"/>
                <a:ea typeface="Arial"/>
                <a:cs typeface="Arial"/>
              </a:defRPr>
            </a:pPr>
            <a:r>
              <a:rPr sz="750" b="1" i="0">
                <a:solidFill>
                  <a:srgbClr val="716B60"/>
                </a:solidFill>
                <a:latin typeface="Arial"/>
                <a:ea typeface="Arial"/>
                <a:cs typeface="Arial"/>
              </a:rPr>
              <a:t>SEP</a:t>
            </a:r>
          </a:p>
        </p:txBody>
      </p:sp>
      <p:sp>
        <p:nvSpPr>
          <p:cNvPr id="16" name="">
            <a:extLst xmlns:a="http://schemas.openxmlformats.org/drawingml/2006/main">
              <a:ext uri="{FF2B5EF4-FFF2-40B4-BE49-F238E27FC236}">
                <a16:creationId xmlns:a16="http://schemas.microsoft.com/office/drawing/2014/main" id="{B3849C92-6584-48E7-965E-B10F9E54FA73}"/>
              </a:ext>
            </a:extLst>
          </p:cNvPr>
          <p:cNvSpPr>
            <a:spLocks xmlns:a="http://schemas.openxmlformats.org/drawingml/2006/main" noGrp="1"/>
          </p:cNvSpPr>
          <p:nvPr/>
        </p:nvSpPr>
        <p:spPr>
          <a:xfrm xmlns:a="http://schemas.openxmlformats.org/drawingml/2006/main">
            <a:off x="4681904" y="1838325"/>
            <a:ext cx="0" cy="333375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17" name="">
            <a:extLst xmlns:a="http://schemas.openxmlformats.org/drawingml/2006/main">
              <a:ext uri="{FF2B5EF4-FFF2-40B4-BE49-F238E27FC236}">
                <a16:creationId xmlns:a16="http://schemas.microsoft.com/office/drawing/2014/main" id="{E0F0197B-5F4B-4EDF-BE1D-6B543161BD8D}"/>
              </a:ext>
            </a:extLst>
          </p:cNvPr>
          <p:cNvSpPr>
            <a:spLocks xmlns:a="http://schemas.openxmlformats.org/drawingml/2006/main" noGrp="1"/>
          </p:cNvSpPr>
          <p:nvPr/>
        </p:nvSpPr>
        <p:spPr>
          <a:xfrm xmlns:a="http://schemas.openxmlformats.org/drawingml/2006/main">
            <a:off x="5337663" y="1552575"/>
            <a:ext cx="65576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750" b="1" i="0">
                <a:solidFill>
                  <a:srgbClr val="716B60"/>
                </a:solidFill>
                <a:latin typeface="Arial"/>
                <a:ea typeface="Arial"/>
                <a:cs typeface="Arial"/>
              </a:defRPr>
            </a:pPr>
            <a:r>
              <a:rPr sz="750" b="1" i="0">
                <a:solidFill>
                  <a:srgbClr val="716B60"/>
                </a:solidFill>
                <a:latin typeface="Arial"/>
                <a:ea typeface="Arial"/>
                <a:cs typeface="Arial"/>
              </a:rPr>
              <a:t>OCT</a:t>
            </a:r>
          </a:p>
        </p:txBody>
      </p:sp>
      <p:sp>
        <p:nvSpPr>
          <p:cNvPr id="18" name="">
            <a:extLst xmlns:a="http://schemas.openxmlformats.org/drawingml/2006/main">
              <a:ext uri="{FF2B5EF4-FFF2-40B4-BE49-F238E27FC236}">
                <a16:creationId xmlns:a16="http://schemas.microsoft.com/office/drawing/2014/main" id="{6737938B-55B9-4574-BFDF-186BD00F9193}"/>
              </a:ext>
            </a:extLst>
          </p:cNvPr>
          <p:cNvSpPr>
            <a:spLocks xmlns:a="http://schemas.openxmlformats.org/drawingml/2006/main" noGrp="1"/>
          </p:cNvSpPr>
          <p:nvPr/>
        </p:nvSpPr>
        <p:spPr>
          <a:xfrm xmlns:a="http://schemas.openxmlformats.org/drawingml/2006/main">
            <a:off x="5337663" y="1838325"/>
            <a:ext cx="0" cy="333375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19" name="">
            <a:extLst xmlns:a="http://schemas.openxmlformats.org/drawingml/2006/main">
              <a:ext uri="{FF2B5EF4-FFF2-40B4-BE49-F238E27FC236}">
                <a16:creationId xmlns:a16="http://schemas.microsoft.com/office/drawing/2014/main" id="{FDB73360-21E9-43B3-8B17-EE0C81F0506A}"/>
              </a:ext>
            </a:extLst>
          </p:cNvPr>
          <p:cNvSpPr>
            <a:spLocks xmlns:a="http://schemas.openxmlformats.org/drawingml/2006/main" noGrp="1"/>
          </p:cNvSpPr>
          <p:nvPr/>
        </p:nvSpPr>
        <p:spPr>
          <a:xfrm xmlns:a="http://schemas.openxmlformats.org/drawingml/2006/main">
            <a:off x="5993423" y="1552575"/>
            <a:ext cx="65576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750" b="1" i="0">
                <a:solidFill>
                  <a:srgbClr val="716B60"/>
                </a:solidFill>
                <a:latin typeface="Arial"/>
                <a:ea typeface="Arial"/>
                <a:cs typeface="Arial"/>
              </a:defRPr>
            </a:pPr>
            <a:r>
              <a:rPr sz="750" b="1" i="0">
                <a:solidFill>
                  <a:srgbClr val="716B60"/>
                </a:solidFill>
                <a:latin typeface="Arial"/>
                <a:ea typeface="Arial"/>
                <a:cs typeface="Arial"/>
              </a:rPr>
              <a:t>NOV</a:t>
            </a:r>
          </a:p>
        </p:txBody>
      </p:sp>
      <p:sp>
        <p:nvSpPr>
          <p:cNvPr id="20" name="">
            <a:extLst xmlns:a="http://schemas.openxmlformats.org/drawingml/2006/main">
              <a:ext uri="{FF2B5EF4-FFF2-40B4-BE49-F238E27FC236}">
                <a16:creationId xmlns:a16="http://schemas.microsoft.com/office/drawing/2014/main" id="{A82CC013-01A7-451F-86EF-4257B5D0D5C8}"/>
              </a:ext>
            </a:extLst>
          </p:cNvPr>
          <p:cNvSpPr>
            <a:spLocks xmlns:a="http://schemas.openxmlformats.org/drawingml/2006/main" noGrp="1"/>
          </p:cNvSpPr>
          <p:nvPr/>
        </p:nvSpPr>
        <p:spPr>
          <a:xfrm xmlns:a="http://schemas.openxmlformats.org/drawingml/2006/main">
            <a:off x="5993423" y="1838325"/>
            <a:ext cx="0" cy="333375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21" name="">
            <a:extLst xmlns:a="http://schemas.openxmlformats.org/drawingml/2006/main">
              <a:ext uri="{FF2B5EF4-FFF2-40B4-BE49-F238E27FC236}">
                <a16:creationId xmlns:a16="http://schemas.microsoft.com/office/drawing/2014/main" id="{2321A5C2-239C-4577-B1D9-BC8092C4850C}"/>
              </a:ext>
            </a:extLst>
          </p:cNvPr>
          <p:cNvSpPr>
            <a:spLocks xmlns:a="http://schemas.openxmlformats.org/drawingml/2006/main" noGrp="1"/>
          </p:cNvSpPr>
          <p:nvPr/>
        </p:nvSpPr>
        <p:spPr>
          <a:xfrm xmlns:a="http://schemas.openxmlformats.org/drawingml/2006/main">
            <a:off x="6649183" y="1552575"/>
            <a:ext cx="65576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750" b="1" i="0">
                <a:solidFill>
                  <a:srgbClr val="716B60"/>
                </a:solidFill>
                <a:latin typeface="Arial"/>
                <a:ea typeface="Arial"/>
                <a:cs typeface="Arial"/>
              </a:defRPr>
            </a:pPr>
            <a:r>
              <a:rPr sz="750" b="1" i="0">
                <a:solidFill>
                  <a:srgbClr val="716B60"/>
                </a:solidFill>
                <a:latin typeface="Arial"/>
                <a:ea typeface="Arial"/>
                <a:cs typeface="Arial"/>
              </a:rPr>
              <a:t>DEC</a:t>
            </a:r>
          </a:p>
        </p:txBody>
      </p:sp>
      <p:sp>
        <p:nvSpPr>
          <p:cNvPr id="22" name="">
            <a:extLst xmlns:a="http://schemas.openxmlformats.org/drawingml/2006/main">
              <a:ext uri="{FF2B5EF4-FFF2-40B4-BE49-F238E27FC236}">
                <a16:creationId xmlns:a16="http://schemas.microsoft.com/office/drawing/2014/main" id="{9E33D526-E6A4-4A28-8500-A0BD4339DD17}"/>
              </a:ext>
            </a:extLst>
          </p:cNvPr>
          <p:cNvSpPr>
            <a:spLocks xmlns:a="http://schemas.openxmlformats.org/drawingml/2006/main" noGrp="1"/>
          </p:cNvSpPr>
          <p:nvPr/>
        </p:nvSpPr>
        <p:spPr>
          <a:xfrm xmlns:a="http://schemas.openxmlformats.org/drawingml/2006/main">
            <a:off x="6649183" y="1838325"/>
            <a:ext cx="0" cy="333375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23" name="">
            <a:extLst xmlns:a="http://schemas.openxmlformats.org/drawingml/2006/main">
              <a:ext uri="{FF2B5EF4-FFF2-40B4-BE49-F238E27FC236}">
                <a16:creationId xmlns:a16="http://schemas.microsoft.com/office/drawing/2014/main" id="{D36E14E2-FAC7-4233-A593-8EFD32E8E15C}"/>
              </a:ext>
            </a:extLst>
          </p:cNvPr>
          <p:cNvSpPr>
            <a:spLocks xmlns:a="http://schemas.openxmlformats.org/drawingml/2006/main" noGrp="1"/>
          </p:cNvSpPr>
          <p:nvPr/>
        </p:nvSpPr>
        <p:spPr>
          <a:xfrm xmlns:a="http://schemas.openxmlformats.org/drawingml/2006/main">
            <a:off x="7304942" y="1552575"/>
            <a:ext cx="65576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750" b="1" i="0">
                <a:solidFill>
                  <a:srgbClr val="716B60"/>
                </a:solidFill>
                <a:latin typeface="Arial"/>
                <a:ea typeface="Arial"/>
                <a:cs typeface="Arial"/>
              </a:defRPr>
            </a:pPr>
            <a:r>
              <a:rPr sz="750" b="1" i="0">
                <a:solidFill>
                  <a:srgbClr val="716B60"/>
                </a:solidFill>
                <a:latin typeface="Arial"/>
                <a:ea typeface="Arial"/>
                <a:cs typeface="Arial"/>
              </a:rPr>
              <a:t>JAN</a:t>
            </a:r>
          </a:p>
        </p:txBody>
      </p:sp>
      <p:sp>
        <p:nvSpPr>
          <p:cNvPr id="24" name="">
            <a:extLst xmlns:a="http://schemas.openxmlformats.org/drawingml/2006/main">
              <a:ext uri="{FF2B5EF4-FFF2-40B4-BE49-F238E27FC236}">
                <a16:creationId xmlns:a16="http://schemas.microsoft.com/office/drawing/2014/main" id="{903B177A-FE87-40E5-8B2B-EBE47967A36D}"/>
              </a:ext>
            </a:extLst>
          </p:cNvPr>
          <p:cNvSpPr>
            <a:spLocks xmlns:a="http://schemas.openxmlformats.org/drawingml/2006/main" noGrp="1"/>
          </p:cNvSpPr>
          <p:nvPr/>
        </p:nvSpPr>
        <p:spPr>
          <a:xfrm xmlns:a="http://schemas.openxmlformats.org/drawingml/2006/main">
            <a:off x="7304942" y="1838325"/>
            <a:ext cx="0" cy="333375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25" name="">
            <a:extLst xmlns:a="http://schemas.openxmlformats.org/drawingml/2006/main">
              <a:ext uri="{FF2B5EF4-FFF2-40B4-BE49-F238E27FC236}">
                <a16:creationId xmlns:a16="http://schemas.microsoft.com/office/drawing/2014/main" id="{A512EA50-67CA-4E6D-93AD-0B92388C41A1}"/>
              </a:ext>
            </a:extLst>
          </p:cNvPr>
          <p:cNvSpPr>
            <a:spLocks xmlns:a="http://schemas.openxmlformats.org/drawingml/2006/main" noGrp="1"/>
          </p:cNvSpPr>
          <p:nvPr/>
        </p:nvSpPr>
        <p:spPr>
          <a:xfrm xmlns:a="http://schemas.openxmlformats.org/drawingml/2006/main">
            <a:off x="7960702" y="1552575"/>
            <a:ext cx="65576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750" b="1" i="0">
                <a:solidFill>
                  <a:srgbClr val="716B60"/>
                </a:solidFill>
                <a:latin typeface="Arial"/>
                <a:ea typeface="Arial"/>
                <a:cs typeface="Arial"/>
              </a:defRPr>
            </a:pPr>
            <a:r>
              <a:rPr sz="750" b="1" i="0">
                <a:solidFill>
                  <a:srgbClr val="716B60"/>
                </a:solidFill>
                <a:latin typeface="Arial"/>
                <a:ea typeface="Arial"/>
                <a:cs typeface="Arial"/>
              </a:rPr>
              <a:t>FEB</a:t>
            </a:r>
          </a:p>
        </p:txBody>
      </p:sp>
      <p:sp>
        <p:nvSpPr>
          <p:cNvPr id="26" name="">
            <a:extLst xmlns:a="http://schemas.openxmlformats.org/drawingml/2006/main">
              <a:ext uri="{FF2B5EF4-FFF2-40B4-BE49-F238E27FC236}">
                <a16:creationId xmlns:a16="http://schemas.microsoft.com/office/drawing/2014/main" id="{F1D4699B-1C06-4F13-848F-113BB1F84607}"/>
              </a:ext>
            </a:extLst>
          </p:cNvPr>
          <p:cNvSpPr>
            <a:spLocks xmlns:a="http://schemas.openxmlformats.org/drawingml/2006/main" noGrp="1"/>
          </p:cNvSpPr>
          <p:nvPr/>
        </p:nvSpPr>
        <p:spPr>
          <a:xfrm xmlns:a="http://schemas.openxmlformats.org/drawingml/2006/main">
            <a:off x="7960702" y="1838325"/>
            <a:ext cx="0" cy="333375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27" name="">
            <a:extLst xmlns:a="http://schemas.openxmlformats.org/drawingml/2006/main">
              <a:ext uri="{FF2B5EF4-FFF2-40B4-BE49-F238E27FC236}">
                <a16:creationId xmlns:a16="http://schemas.microsoft.com/office/drawing/2014/main" id="{67F795BF-7FA2-413B-9056-0DB7BCE724A4}"/>
              </a:ext>
            </a:extLst>
          </p:cNvPr>
          <p:cNvSpPr>
            <a:spLocks xmlns:a="http://schemas.openxmlformats.org/drawingml/2006/main" noGrp="1"/>
          </p:cNvSpPr>
          <p:nvPr/>
        </p:nvSpPr>
        <p:spPr>
          <a:xfrm xmlns:a="http://schemas.openxmlformats.org/drawingml/2006/main">
            <a:off x="8616462" y="1552575"/>
            <a:ext cx="65576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750" b="1" i="0">
                <a:solidFill>
                  <a:srgbClr val="716B60"/>
                </a:solidFill>
                <a:latin typeface="Arial"/>
                <a:ea typeface="Arial"/>
                <a:cs typeface="Arial"/>
              </a:defRPr>
            </a:pPr>
            <a:r>
              <a:rPr sz="750" b="1" i="0">
                <a:solidFill>
                  <a:srgbClr val="716B60"/>
                </a:solidFill>
                <a:latin typeface="Arial"/>
                <a:ea typeface="Arial"/>
                <a:cs typeface="Arial"/>
              </a:rPr>
              <a:t>MAR</a:t>
            </a:r>
          </a:p>
        </p:txBody>
      </p:sp>
      <p:sp>
        <p:nvSpPr>
          <p:cNvPr id="28" name="">
            <a:extLst xmlns:a="http://schemas.openxmlformats.org/drawingml/2006/main">
              <a:ext uri="{FF2B5EF4-FFF2-40B4-BE49-F238E27FC236}">
                <a16:creationId xmlns:a16="http://schemas.microsoft.com/office/drawing/2014/main" id="{9A453EB8-5A00-4450-8976-B2D5A1011207}"/>
              </a:ext>
            </a:extLst>
          </p:cNvPr>
          <p:cNvSpPr>
            <a:spLocks xmlns:a="http://schemas.openxmlformats.org/drawingml/2006/main" noGrp="1"/>
          </p:cNvSpPr>
          <p:nvPr/>
        </p:nvSpPr>
        <p:spPr>
          <a:xfrm xmlns:a="http://schemas.openxmlformats.org/drawingml/2006/main">
            <a:off x="8616462" y="1838325"/>
            <a:ext cx="0" cy="333375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29" name="">
            <a:extLst xmlns:a="http://schemas.openxmlformats.org/drawingml/2006/main">
              <a:ext uri="{FF2B5EF4-FFF2-40B4-BE49-F238E27FC236}">
                <a16:creationId xmlns:a16="http://schemas.microsoft.com/office/drawing/2014/main" id="{E0A51047-7D70-45B0-80E7-A570CF038113}"/>
              </a:ext>
            </a:extLst>
          </p:cNvPr>
          <p:cNvSpPr>
            <a:spLocks xmlns:a="http://schemas.openxmlformats.org/drawingml/2006/main" noGrp="1"/>
          </p:cNvSpPr>
          <p:nvPr/>
        </p:nvSpPr>
        <p:spPr>
          <a:xfrm xmlns:a="http://schemas.openxmlformats.org/drawingml/2006/main">
            <a:off x="9272221" y="1552575"/>
            <a:ext cx="65576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750" b="1" i="0">
                <a:solidFill>
                  <a:srgbClr val="716B60"/>
                </a:solidFill>
                <a:latin typeface="Arial"/>
                <a:ea typeface="Arial"/>
                <a:cs typeface="Arial"/>
              </a:defRPr>
            </a:pPr>
            <a:r>
              <a:rPr sz="750" b="1" i="0">
                <a:solidFill>
                  <a:srgbClr val="716B60"/>
                </a:solidFill>
                <a:latin typeface="Arial"/>
                <a:ea typeface="Arial"/>
                <a:cs typeface="Arial"/>
              </a:rPr>
              <a:t>APR</a:t>
            </a:r>
          </a:p>
        </p:txBody>
      </p:sp>
      <p:sp>
        <p:nvSpPr>
          <p:cNvPr id="30" name="">
            <a:extLst xmlns:a="http://schemas.openxmlformats.org/drawingml/2006/main">
              <a:ext uri="{FF2B5EF4-FFF2-40B4-BE49-F238E27FC236}">
                <a16:creationId xmlns:a16="http://schemas.microsoft.com/office/drawing/2014/main" id="{775DBC8D-564A-4EA5-AA45-E1C3B463513A}"/>
              </a:ext>
            </a:extLst>
          </p:cNvPr>
          <p:cNvSpPr>
            <a:spLocks xmlns:a="http://schemas.openxmlformats.org/drawingml/2006/main" noGrp="1"/>
          </p:cNvSpPr>
          <p:nvPr/>
        </p:nvSpPr>
        <p:spPr>
          <a:xfrm xmlns:a="http://schemas.openxmlformats.org/drawingml/2006/main">
            <a:off x="9272221" y="1838325"/>
            <a:ext cx="0" cy="333375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31" name="">
            <a:extLst xmlns:a="http://schemas.openxmlformats.org/drawingml/2006/main">
              <a:ext uri="{FF2B5EF4-FFF2-40B4-BE49-F238E27FC236}">
                <a16:creationId xmlns:a16="http://schemas.microsoft.com/office/drawing/2014/main" id="{BA2AF6D0-D8A2-4991-BD11-6FE2A8361F8F}"/>
              </a:ext>
            </a:extLst>
          </p:cNvPr>
          <p:cNvSpPr>
            <a:spLocks xmlns:a="http://schemas.openxmlformats.org/drawingml/2006/main" noGrp="1"/>
          </p:cNvSpPr>
          <p:nvPr/>
        </p:nvSpPr>
        <p:spPr>
          <a:xfrm xmlns:a="http://schemas.openxmlformats.org/drawingml/2006/main">
            <a:off x="9927981" y="1552575"/>
            <a:ext cx="65576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750" b="1" i="0">
                <a:solidFill>
                  <a:srgbClr val="716B60"/>
                </a:solidFill>
                <a:latin typeface="Arial"/>
                <a:ea typeface="Arial"/>
                <a:cs typeface="Arial"/>
              </a:defRPr>
            </a:pPr>
            <a:r>
              <a:rPr sz="750" b="1" i="0">
                <a:solidFill>
                  <a:srgbClr val="716B60"/>
                </a:solidFill>
                <a:latin typeface="Arial"/>
                <a:ea typeface="Arial"/>
                <a:cs typeface="Arial"/>
              </a:rPr>
              <a:t>MAY</a:t>
            </a:r>
          </a:p>
        </p:txBody>
      </p:sp>
      <p:sp>
        <p:nvSpPr>
          <p:cNvPr id="32" name="">
            <a:extLst xmlns:a="http://schemas.openxmlformats.org/drawingml/2006/main">
              <a:ext uri="{FF2B5EF4-FFF2-40B4-BE49-F238E27FC236}">
                <a16:creationId xmlns:a16="http://schemas.microsoft.com/office/drawing/2014/main" id="{68B1D397-8ED2-4F48-B396-6C44E1739DD0}"/>
              </a:ext>
            </a:extLst>
          </p:cNvPr>
          <p:cNvSpPr>
            <a:spLocks xmlns:a="http://schemas.openxmlformats.org/drawingml/2006/main" noGrp="1"/>
          </p:cNvSpPr>
          <p:nvPr/>
        </p:nvSpPr>
        <p:spPr>
          <a:xfrm xmlns:a="http://schemas.openxmlformats.org/drawingml/2006/main">
            <a:off x="9927981" y="1838325"/>
            <a:ext cx="0" cy="333375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33" name="">
            <a:extLst xmlns:a="http://schemas.openxmlformats.org/drawingml/2006/main">
              <a:ext uri="{FF2B5EF4-FFF2-40B4-BE49-F238E27FC236}">
                <a16:creationId xmlns:a16="http://schemas.microsoft.com/office/drawing/2014/main" id="{E8629473-3C68-4E9E-86BC-5014BEA00B1F}"/>
              </a:ext>
            </a:extLst>
          </p:cNvPr>
          <p:cNvSpPr>
            <a:spLocks xmlns:a="http://schemas.openxmlformats.org/drawingml/2006/main" noGrp="1"/>
          </p:cNvSpPr>
          <p:nvPr/>
        </p:nvSpPr>
        <p:spPr>
          <a:xfrm xmlns:a="http://schemas.openxmlformats.org/drawingml/2006/main">
            <a:off x="10583740" y="1552575"/>
            <a:ext cx="65576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750" b="1" i="0">
                <a:solidFill>
                  <a:srgbClr val="716B60"/>
                </a:solidFill>
                <a:latin typeface="Arial"/>
                <a:ea typeface="Arial"/>
                <a:cs typeface="Arial"/>
              </a:defRPr>
            </a:pPr>
            <a:r>
              <a:rPr sz="750" b="1" i="0">
                <a:solidFill>
                  <a:srgbClr val="716B60"/>
                </a:solidFill>
                <a:latin typeface="Arial"/>
                <a:ea typeface="Arial"/>
                <a:cs typeface="Arial"/>
              </a:rPr>
              <a:t>JUN</a:t>
            </a:r>
          </a:p>
        </p:txBody>
      </p:sp>
      <p:sp>
        <p:nvSpPr>
          <p:cNvPr id="34" name="">
            <a:extLst xmlns:a="http://schemas.openxmlformats.org/drawingml/2006/main">
              <a:ext uri="{FF2B5EF4-FFF2-40B4-BE49-F238E27FC236}">
                <a16:creationId xmlns:a16="http://schemas.microsoft.com/office/drawing/2014/main" id="{4331D3B3-538C-47B3-9274-DA2D5C86A06E}"/>
              </a:ext>
            </a:extLst>
          </p:cNvPr>
          <p:cNvSpPr>
            <a:spLocks xmlns:a="http://schemas.openxmlformats.org/drawingml/2006/main" noGrp="1"/>
          </p:cNvSpPr>
          <p:nvPr/>
        </p:nvSpPr>
        <p:spPr>
          <a:xfrm xmlns:a="http://schemas.openxmlformats.org/drawingml/2006/main">
            <a:off x="10583740" y="1838325"/>
            <a:ext cx="0" cy="333375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35" name="">
            <a:extLst xmlns:a="http://schemas.openxmlformats.org/drawingml/2006/main">
              <a:ext uri="{FF2B5EF4-FFF2-40B4-BE49-F238E27FC236}">
                <a16:creationId xmlns:a16="http://schemas.microsoft.com/office/drawing/2014/main" id="{2F961444-8976-4632-967A-93B645ABBE63}"/>
              </a:ext>
            </a:extLst>
          </p:cNvPr>
          <p:cNvSpPr>
            <a:spLocks xmlns:a="http://schemas.openxmlformats.org/drawingml/2006/main" noGrp="1"/>
          </p:cNvSpPr>
          <p:nvPr/>
        </p:nvSpPr>
        <p:spPr>
          <a:xfrm xmlns:a="http://schemas.openxmlformats.org/drawingml/2006/main">
            <a:off x="11239500" y="1838325"/>
            <a:ext cx="0" cy="333375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36" name="">
            <a:extLst xmlns:a="http://schemas.openxmlformats.org/drawingml/2006/main">
              <a:ext uri="{FF2B5EF4-FFF2-40B4-BE49-F238E27FC236}">
                <a16:creationId xmlns:a16="http://schemas.microsoft.com/office/drawing/2014/main" id="{A415286F-2506-4EA7-A31D-73828F12DA8E}"/>
              </a:ext>
            </a:extLst>
          </p:cNvPr>
          <p:cNvSpPr>
            <a:spLocks xmlns:a="http://schemas.openxmlformats.org/drawingml/2006/main" noGrp="1"/>
          </p:cNvSpPr>
          <p:nvPr/>
        </p:nvSpPr>
        <p:spPr>
          <a:xfrm xmlns:a="http://schemas.openxmlformats.org/drawingml/2006/main">
            <a:off x="533400" y="20288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1" i="0">
                <a:solidFill>
                  <a:srgbClr val="272923"/>
                </a:solidFill>
                <a:latin typeface="Arial"/>
                <a:ea typeface="Arial"/>
                <a:cs typeface="Arial"/>
              </a:defRPr>
            </a:pPr>
            <a:r>
              <a:rPr sz="1125" b="1" i="0">
                <a:solidFill>
                  <a:srgbClr val="272923"/>
                </a:solidFill>
                <a:latin typeface="Arial"/>
                <a:ea typeface="Arial"/>
                <a:cs typeface="Arial"/>
              </a:rPr>
              <a:t>Proposal and scope</a:t>
            </a:r>
          </a:p>
        </p:txBody>
      </p:sp>
      <p:sp>
        <p:nvSpPr>
          <p:cNvPr id="37" name="">
            <a:extLst xmlns:a="http://schemas.openxmlformats.org/drawingml/2006/main">
              <a:ext uri="{FF2B5EF4-FFF2-40B4-BE49-F238E27FC236}">
                <a16:creationId xmlns:a16="http://schemas.microsoft.com/office/drawing/2014/main" id="{98FA2CC8-C7AD-4DFF-BB80-820241707C1C}"/>
              </a:ext>
            </a:extLst>
          </p:cNvPr>
          <p:cNvSpPr>
            <a:spLocks xmlns:a="http://schemas.openxmlformats.org/drawingml/2006/main" noGrp="1"/>
          </p:cNvSpPr>
          <p:nvPr/>
        </p:nvSpPr>
        <p:spPr>
          <a:xfrm xmlns:a="http://schemas.openxmlformats.org/drawingml/2006/main">
            <a:off x="2743200" y="2057400"/>
            <a:ext cx="1910129" cy="228600"/>
          </a:xfrm>
          <a:prstGeom xmlns:a="http://schemas.openxmlformats.org/drawingml/2006/main" prst="roundRect">
            <a:avLst>
              <a:gd name="adj" fmla="val 16667"/>
            </a:avLst>
          </a:prstGeom>
          <a:solidFill xmlns:a="http://schemas.openxmlformats.org/drawingml/2006/main">
            <a:srgbClr val="A9492D"/>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6E43F60C-5C73-4EC5-B6F1-AA13097F8DA1}"/>
              </a:ext>
            </a:extLst>
          </p:cNvPr>
          <p:cNvSpPr>
            <a:spLocks xmlns:a="http://schemas.openxmlformats.org/drawingml/2006/main" noGrp="1"/>
          </p:cNvSpPr>
          <p:nvPr/>
        </p:nvSpPr>
        <p:spPr>
          <a:xfrm xmlns:a="http://schemas.openxmlformats.org/drawingml/2006/main">
            <a:off x="2743200" y="2057400"/>
            <a:ext cx="1910129"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750" b="1" i="0">
                <a:solidFill>
                  <a:srgbClr val="FFFFFF"/>
                </a:solidFill>
                <a:latin typeface="Arial"/>
                <a:ea typeface="Arial"/>
                <a:cs typeface="Arial"/>
              </a:defRPr>
            </a:pPr>
            <a:r>
              <a:rPr sz="750" b="1" i="0">
                <a:solidFill>
                  <a:srgbClr val="FFFFFF"/>
                </a:solidFill>
                <a:latin typeface="Arial"/>
                <a:ea typeface="Arial"/>
                <a:cs typeface="Arial"/>
              </a:rPr>
              <a:t>M1–M2</a:t>
            </a:r>
          </a:p>
        </p:txBody>
      </p:sp>
      <p:sp>
        <p:nvSpPr>
          <p:cNvPr id="39" name="">
            <a:extLst xmlns:a="http://schemas.openxmlformats.org/drawingml/2006/main">
              <a:ext uri="{FF2B5EF4-FFF2-40B4-BE49-F238E27FC236}">
                <a16:creationId xmlns:a16="http://schemas.microsoft.com/office/drawing/2014/main" id="{49995CB6-E1A1-47E0-B685-12F239C11D5F}"/>
              </a:ext>
            </a:extLst>
          </p:cNvPr>
          <p:cNvSpPr>
            <a:spLocks xmlns:a="http://schemas.openxmlformats.org/drawingml/2006/main" noGrp="1"/>
          </p:cNvSpPr>
          <p:nvPr/>
        </p:nvSpPr>
        <p:spPr>
          <a:xfrm xmlns:a="http://schemas.openxmlformats.org/drawingml/2006/main">
            <a:off x="533400" y="2428875"/>
            <a:ext cx="10706100" cy="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40" name="">
            <a:extLst xmlns:a="http://schemas.openxmlformats.org/drawingml/2006/main">
              <a:ext uri="{FF2B5EF4-FFF2-40B4-BE49-F238E27FC236}">
                <a16:creationId xmlns:a16="http://schemas.microsoft.com/office/drawing/2014/main" id="{097F70B5-8BC7-4BA7-8CAD-386DC61A21F4}"/>
              </a:ext>
            </a:extLst>
          </p:cNvPr>
          <p:cNvSpPr>
            <a:spLocks xmlns:a="http://schemas.openxmlformats.org/drawingml/2006/main" noGrp="1"/>
          </p:cNvSpPr>
          <p:nvPr/>
        </p:nvSpPr>
        <p:spPr>
          <a:xfrm xmlns:a="http://schemas.openxmlformats.org/drawingml/2006/main">
            <a:off x="533400" y="25908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1" i="0">
                <a:solidFill>
                  <a:srgbClr val="272923"/>
                </a:solidFill>
                <a:latin typeface="Arial"/>
                <a:ea typeface="Arial"/>
                <a:cs typeface="Arial"/>
              </a:defRPr>
            </a:pPr>
            <a:r>
              <a:rPr sz="1125" b="1" i="0">
                <a:solidFill>
                  <a:srgbClr val="272923"/>
                </a:solidFill>
                <a:latin typeface="Arial"/>
                <a:ea typeface="Arial"/>
                <a:cs typeface="Arial"/>
              </a:rPr>
              <a:t>Literature and dataset</a:t>
            </a:r>
          </a:p>
        </p:txBody>
      </p:sp>
      <p:sp>
        <p:nvSpPr>
          <p:cNvPr id="41" name="">
            <a:extLst xmlns:a="http://schemas.openxmlformats.org/drawingml/2006/main">
              <a:ext uri="{FF2B5EF4-FFF2-40B4-BE49-F238E27FC236}">
                <a16:creationId xmlns:a16="http://schemas.microsoft.com/office/drawing/2014/main" id="{19F27B49-F37E-4A05-B44D-4AAFE2D6D706}"/>
              </a:ext>
            </a:extLst>
          </p:cNvPr>
          <p:cNvSpPr>
            <a:spLocks xmlns:a="http://schemas.openxmlformats.org/drawingml/2006/main" noGrp="1"/>
          </p:cNvSpPr>
          <p:nvPr/>
        </p:nvSpPr>
        <p:spPr>
          <a:xfrm xmlns:a="http://schemas.openxmlformats.org/drawingml/2006/main">
            <a:off x="2743200" y="2619375"/>
            <a:ext cx="2565888" cy="228600"/>
          </a:xfrm>
          <a:prstGeom xmlns:a="http://schemas.openxmlformats.org/drawingml/2006/main" prst="roundRect">
            <a:avLst>
              <a:gd name="adj" fmla="val 16667"/>
            </a:avLst>
          </a:prstGeom>
          <a:solidFill xmlns:a="http://schemas.openxmlformats.org/drawingml/2006/main">
            <a:srgbClr val="295A4E"/>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4BF69652-9BDE-425B-AADA-C5C7CAC629F1}"/>
              </a:ext>
            </a:extLst>
          </p:cNvPr>
          <p:cNvSpPr>
            <a:spLocks xmlns:a="http://schemas.openxmlformats.org/drawingml/2006/main" noGrp="1"/>
          </p:cNvSpPr>
          <p:nvPr/>
        </p:nvSpPr>
        <p:spPr>
          <a:xfrm xmlns:a="http://schemas.openxmlformats.org/drawingml/2006/main">
            <a:off x="2743200" y="2619375"/>
            <a:ext cx="256588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750" b="1" i="0">
                <a:solidFill>
                  <a:srgbClr val="FFFFFF"/>
                </a:solidFill>
                <a:latin typeface="Arial"/>
                <a:ea typeface="Arial"/>
                <a:cs typeface="Arial"/>
              </a:defRPr>
            </a:pPr>
            <a:r>
              <a:rPr sz="750" b="1" i="0">
                <a:solidFill>
                  <a:srgbClr val="FFFFFF"/>
                </a:solidFill>
                <a:latin typeface="Arial"/>
                <a:ea typeface="Arial"/>
                <a:cs typeface="Arial"/>
              </a:rPr>
              <a:t>M3–M4</a:t>
            </a:r>
          </a:p>
        </p:txBody>
      </p:sp>
      <p:sp>
        <p:nvSpPr>
          <p:cNvPr id="43" name="">
            <a:extLst xmlns:a="http://schemas.openxmlformats.org/drawingml/2006/main">
              <a:ext uri="{FF2B5EF4-FFF2-40B4-BE49-F238E27FC236}">
                <a16:creationId xmlns:a16="http://schemas.microsoft.com/office/drawing/2014/main" id="{AA9E6668-AE90-41FF-B275-AF6EFA1E8254}"/>
              </a:ext>
            </a:extLst>
          </p:cNvPr>
          <p:cNvSpPr>
            <a:spLocks xmlns:a="http://schemas.openxmlformats.org/drawingml/2006/main" noGrp="1"/>
          </p:cNvSpPr>
          <p:nvPr/>
        </p:nvSpPr>
        <p:spPr>
          <a:xfrm xmlns:a="http://schemas.openxmlformats.org/drawingml/2006/main">
            <a:off x="533400" y="2990850"/>
            <a:ext cx="10706100" cy="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44" name="">
            <a:extLst xmlns:a="http://schemas.openxmlformats.org/drawingml/2006/main">
              <a:ext uri="{FF2B5EF4-FFF2-40B4-BE49-F238E27FC236}">
                <a16:creationId xmlns:a16="http://schemas.microsoft.com/office/drawing/2014/main" id="{A67A6CE6-C725-4633-A1C6-92B5941DC263}"/>
              </a:ext>
            </a:extLst>
          </p:cNvPr>
          <p:cNvSpPr>
            <a:spLocks xmlns:a="http://schemas.openxmlformats.org/drawingml/2006/main" noGrp="1"/>
          </p:cNvSpPr>
          <p:nvPr/>
        </p:nvSpPr>
        <p:spPr>
          <a:xfrm xmlns:a="http://schemas.openxmlformats.org/drawingml/2006/main">
            <a:off x="533400" y="31527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1" i="0">
                <a:solidFill>
                  <a:srgbClr val="272923"/>
                </a:solidFill>
                <a:latin typeface="Arial"/>
                <a:ea typeface="Arial"/>
                <a:cs typeface="Arial"/>
              </a:defRPr>
            </a:pPr>
            <a:r>
              <a:rPr sz="1125" b="1" i="0">
                <a:solidFill>
                  <a:srgbClr val="272923"/>
                </a:solidFill>
                <a:latin typeface="Arial"/>
                <a:ea typeface="Arial"/>
                <a:cs typeface="Arial"/>
              </a:rPr>
              <a:t>Masks and method setup</a:t>
            </a:r>
          </a:p>
        </p:txBody>
      </p:sp>
      <p:sp>
        <p:nvSpPr>
          <p:cNvPr id="45" name="">
            <a:extLst xmlns:a="http://schemas.openxmlformats.org/drawingml/2006/main">
              <a:ext uri="{FF2B5EF4-FFF2-40B4-BE49-F238E27FC236}">
                <a16:creationId xmlns:a16="http://schemas.microsoft.com/office/drawing/2014/main" id="{40FACD04-63F6-4710-B7AF-B256BD4366FC}"/>
              </a:ext>
            </a:extLst>
          </p:cNvPr>
          <p:cNvSpPr>
            <a:spLocks xmlns:a="http://schemas.openxmlformats.org/drawingml/2006/main" noGrp="1"/>
          </p:cNvSpPr>
          <p:nvPr/>
        </p:nvSpPr>
        <p:spPr>
          <a:xfrm xmlns:a="http://schemas.openxmlformats.org/drawingml/2006/main">
            <a:off x="5366238" y="3181350"/>
            <a:ext cx="1254369" cy="228600"/>
          </a:xfrm>
          <a:prstGeom xmlns:a="http://schemas.openxmlformats.org/drawingml/2006/main" prst="roundRect">
            <a:avLst>
              <a:gd name="adj" fmla="val 16667"/>
            </a:avLst>
          </a:prstGeom>
          <a:solidFill xmlns:a="http://schemas.openxmlformats.org/drawingml/2006/main">
            <a:srgbClr val="B68B2E"/>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AAE228E4-CDF4-4554-91C6-E753F6908854}"/>
              </a:ext>
            </a:extLst>
          </p:cNvPr>
          <p:cNvSpPr>
            <a:spLocks xmlns:a="http://schemas.openxmlformats.org/drawingml/2006/main" noGrp="1"/>
          </p:cNvSpPr>
          <p:nvPr/>
        </p:nvSpPr>
        <p:spPr>
          <a:xfrm xmlns:a="http://schemas.openxmlformats.org/drawingml/2006/main">
            <a:off x="5366238" y="3181350"/>
            <a:ext cx="1254369"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750" b="1" i="0">
                <a:solidFill>
                  <a:srgbClr val="FFFFFF"/>
                </a:solidFill>
                <a:latin typeface="Arial"/>
                <a:ea typeface="Arial"/>
                <a:cs typeface="Arial"/>
              </a:defRPr>
            </a:pPr>
            <a:r>
              <a:rPr sz="750" b="1" i="0">
                <a:solidFill>
                  <a:srgbClr val="FFFFFF"/>
                </a:solidFill>
                <a:latin typeface="Arial"/>
                <a:ea typeface="Arial"/>
                <a:cs typeface="Arial"/>
              </a:rPr>
              <a:t>M5–M6</a:t>
            </a:r>
          </a:p>
        </p:txBody>
      </p:sp>
      <p:sp>
        <p:nvSpPr>
          <p:cNvPr id="47" name="">
            <a:extLst xmlns:a="http://schemas.openxmlformats.org/drawingml/2006/main">
              <a:ext uri="{FF2B5EF4-FFF2-40B4-BE49-F238E27FC236}">
                <a16:creationId xmlns:a16="http://schemas.microsoft.com/office/drawing/2014/main" id="{8D342613-B97B-436D-9F96-18ECD4217F75}"/>
              </a:ext>
            </a:extLst>
          </p:cNvPr>
          <p:cNvSpPr>
            <a:spLocks xmlns:a="http://schemas.openxmlformats.org/drawingml/2006/main" noGrp="1"/>
          </p:cNvSpPr>
          <p:nvPr/>
        </p:nvSpPr>
        <p:spPr>
          <a:xfrm xmlns:a="http://schemas.openxmlformats.org/drawingml/2006/main">
            <a:off x="533400" y="3552825"/>
            <a:ext cx="10706100" cy="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48" name="">
            <a:extLst xmlns:a="http://schemas.openxmlformats.org/drawingml/2006/main">
              <a:ext uri="{FF2B5EF4-FFF2-40B4-BE49-F238E27FC236}">
                <a16:creationId xmlns:a16="http://schemas.microsoft.com/office/drawing/2014/main" id="{5E2AA065-55DC-46B2-BBC7-E678AC9554DA}"/>
              </a:ext>
            </a:extLst>
          </p:cNvPr>
          <p:cNvSpPr>
            <a:spLocks xmlns:a="http://schemas.openxmlformats.org/drawingml/2006/main" noGrp="1"/>
          </p:cNvSpPr>
          <p:nvPr/>
        </p:nvSpPr>
        <p:spPr>
          <a:xfrm xmlns:a="http://schemas.openxmlformats.org/drawingml/2006/main">
            <a:off x="533400" y="37147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1" i="0">
                <a:solidFill>
                  <a:srgbClr val="272923"/>
                </a:solidFill>
                <a:latin typeface="Arial"/>
                <a:ea typeface="Arial"/>
                <a:cs typeface="Arial"/>
              </a:defRPr>
            </a:pPr>
            <a:r>
              <a:rPr sz="1125" b="1" i="0">
                <a:solidFill>
                  <a:srgbClr val="272923"/>
                </a:solidFill>
                <a:latin typeface="Arial"/>
                <a:ea typeface="Arial"/>
                <a:cs typeface="Arial"/>
              </a:rPr>
              <a:t>Evaluation and experiments</a:t>
            </a:r>
          </a:p>
        </p:txBody>
      </p:sp>
      <p:sp>
        <p:nvSpPr>
          <p:cNvPr id="49" name="">
            <a:extLst xmlns:a="http://schemas.openxmlformats.org/drawingml/2006/main">
              <a:ext uri="{FF2B5EF4-FFF2-40B4-BE49-F238E27FC236}">
                <a16:creationId xmlns:a16="http://schemas.microsoft.com/office/drawing/2014/main" id="{92DB17C3-8460-409C-8CA0-DA1E7FBB7E9A}"/>
              </a:ext>
            </a:extLst>
          </p:cNvPr>
          <p:cNvSpPr>
            <a:spLocks xmlns:a="http://schemas.openxmlformats.org/drawingml/2006/main" noGrp="1"/>
          </p:cNvSpPr>
          <p:nvPr/>
        </p:nvSpPr>
        <p:spPr>
          <a:xfrm xmlns:a="http://schemas.openxmlformats.org/drawingml/2006/main">
            <a:off x="6021998" y="3743325"/>
            <a:ext cx="2565888" cy="228600"/>
          </a:xfrm>
          <a:prstGeom xmlns:a="http://schemas.openxmlformats.org/drawingml/2006/main" prst="roundRect">
            <a:avLst>
              <a:gd name="adj" fmla="val 16667"/>
            </a:avLst>
          </a:prstGeom>
          <a:solidFill xmlns:a="http://schemas.openxmlformats.org/drawingml/2006/main">
            <a:srgbClr val="183B32"/>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C90B2B73-520A-45EB-8CCF-C7271F8EDA54}"/>
              </a:ext>
            </a:extLst>
          </p:cNvPr>
          <p:cNvSpPr>
            <a:spLocks xmlns:a="http://schemas.openxmlformats.org/drawingml/2006/main" noGrp="1"/>
          </p:cNvSpPr>
          <p:nvPr/>
        </p:nvSpPr>
        <p:spPr>
          <a:xfrm xmlns:a="http://schemas.openxmlformats.org/drawingml/2006/main">
            <a:off x="6021998" y="3743325"/>
            <a:ext cx="256588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750" b="1" i="0">
                <a:solidFill>
                  <a:srgbClr val="FFFFFF"/>
                </a:solidFill>
                <a:latin typeface="Arial"/>
                <a:ea typeface="Arial"/>
                <a:cs typeface="Arial"/>
              </a:defRPr>
            </a:pPr>
            <a:r>
              <a:rPr sz="750" b="1" i="0">
                <a:solidFill>
                  <a:srgbClr val="FFFFFF"/>
                </a:solidFill>
                <a:latin typeface="Arial"/>
                <a:ea typeface="Arial"/>
                <a:cs typeface="Arial"/>
              </a:rPr>
              <a:t>M7 · M9 · M10</a:t>
            </a:r>
          </a:p>
        </p:txBody>
      </p:sp>
      <p:sp>
        <p:nvSpPr>
          <p:cNvPr id="51" name="">
            <a:extLst xmlns:a="http://schemas.openxmlformats.org/drawingml/2006/main">
              <a:ext uri="{FF2B5EF4-FFF2-40B4-BE49-F238E27FC236}">
                <a16:creationId xmlns:a16="http://schemas.microsoft.com/office/drawing/2014/main" id="{6220A9F2-0B9E-46AE-B0FE-8F8840FF0850}"/>
              </a:ext>
            </a:extLst>
          </p:cNvPr>
          <p:cNvSpPr>
            <a:spLocks xmlns:a="http://schemas.openxmlformats.org/drawingml/2006/main" noGrp="1"/>
          </p:cNvSpPr>
          <p:nvPr/>
        </p:nvSpPr>
        <p:spPr>
          <a:xfrm xmlns:a="http://schemas.openxmlformats.org/drawingml/2006/main">
            <a:off x="533400" y="4114800"/>
            <a:ext cx="10706100" cy="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52" name="">
            <a:extLst xmlns:a="http://schemas.openxmlformats.org/drawingml/2006/main">
              <a:ext uri="{FF2B5EF4-FFF2-40B4-BE49-F238E27FC236}">
                <a16:creationId xmlns:a16="http://schemas.microsoft.com/office/drawing/2014/main" id="{EFE57D8A-C890-47F6-85E3-2DE3E2090B1C}"/>
              </a:ext>
            </a:extLst>
          </p:cNvPr>
          <p:cNvSpPr>
            <a:spLocks xmlns:a="http://schemas.openxmlformats.org/drawingml/2006/main" noGrp="1"/>
          </p:cNvSpPr>
          <p:nvPr/>
        </p:nvSpPr>
        <p:spPr>
          <a:xfrm xmlns:a="http://schemas.openxmlformats.org/drawingml/2006/main">
            <a:off x="533400" y="42767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1" i="0">
                <a:solidFill>
                  <a:srgbClr val="272923"/>
                </a:solidFill>
                <a:latin typeface="Arial"/>
                <a:ea typeface="Arial"/>
                <a:cs typeface="Arial"/>
              </a:defRPr>
            </a:pPr>
            <a:r>
              <a:rPr sz="1125" b="1" i="0">
                <a:solidFill>
                  <a:srgbClr val="272923"/>
                </a:solidFill>
                <a:latin typeface="Arial"/>
                <a:ea typeface="Arial"/>
                <a:cs typeface="Arial"/>
              </a:rPr>
              <a:t>Supervisor reviews</a:t>
            </a:r>
          </a:p>
        </p:txBody>
      </p:sp>
      <p:sp>
        <p:nvSpPr>
          <p:cNvPr id="53" name="">
            <a:extLst xmlns:a="http://schemas.openxmlformats.org/drawingml/2006/main">
              <a:ext uri="{FF2B5EF4-FFF2-40B4-BE49-F238E27FC236}">
                <a16:creationId xmlns:a16="http://schemas.microsoft.com/office/drawing/2014/main" id="{7E7945CD-0119-4C91-8101-578AC42A2D47}"/>
              </a:ext>
            </a:extLst>
          </p:cNvPr>
          <p:cNvSpPr>
            <a:spLocks xmlns:a="http://schemas.openxmlformats.org/drawingml/2006/main" noGrp="1"/>
          </p:cNvSpPr>
          <p:nvPr/>
        </p:nvSpPr>
        <p:spPr>
          <a:xfrm xmlns:a="http://schemas.openxmlformats.org/drawingml/2006/main">
            <a:off x="7333517" y="4305300"/>
            <a:ext cx="2565888" cy="228600"/>
          </a:xfrm>
          <a:prstGeom xmlns:a="http://schemas.openxmlformats.org/drawingml/2006/main" prst="roundRect">
            <a:avLst>
              <a:gd name="adj" fmla="val 16667"/>
            </a:avLst>
          </a:prstGeom>
          <a:solidFill xmlns:a="http://schemas.openxmlformats.org/drawingml/2006/main">
            <a:srgbClr val="6D7B52"/>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894BD50B-FC25-43D0-8ECA-B6E9FF32DA41}"/>
              </a:ext>
            </a:extLst>
          </p:cNvPr>
          <p:cNvSpPr>
            <a:spLocks xmlns:a="http://schemas.openxmlformats.org/drawingml/2006/main" noGrp="1"/>
          </p:cNvSpPr>
          <p:nvPr/>
        </p:nvSpPr>
        <p:spPr>
          <a:xfrm xmlns:a="http://schemas.openxmlformats.org/drawingml/2006/main">
            <a:off x="7333517" y="4305300"/>
            <a:ext cx="256588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750" b="1" i="0">
                <a:solidFill>
                  <a:srgbClr val="FFFFFF"/>
                </a:solidFill>
                <a:latin typeface="Arial"/>
                <a:ea typeface="Arial"/>
                <a:cs typeface="Arial"/>
              </a:defRPr>
            </a:pPr>
            <a:r>
              <a:rPr sz="750" b="1" i="0">
                <a:solidFill>
                  <a:srgbClr val="FFFFFF"/>
                </a:solidFill>
                <a:latin typeface="Arial"/>
                <a:ea typeface="Arial"/>
                <a:cs typeface="Arial"/>
              </a:rPr>
              <a:t>M8 · M12</a:t>
            </a:r>
          </a:p>
        </p:txBody>
      </p:sp>
      <p:sp>
        <p:nvSpPr>
          <p:cNvPr id="55" name="">
            <a:extLst xmlns:a="http://schemas.openxmlformats.org/drawingml/2006/main">
              <a:ext uri="{FF2B5EF4-FFF2-40B4-BE49-F238E27FC236}">
                <a16:creationId xmlns:a16="http://schemas.microsoft.com/office/drawing/2014/main" id="{C50DDFF2-5F45-442C-8860-5B135900C9C4}"/>
              </a:ext>
            </a:extLst>
          </p:cNvPr>
          <p:cNvSpPr>
            <a:spLocks xmlns:a="http://schemas.openxmlformats.org/drawingml/2006/main" noGrp="1"/>
          </p:cNvSpPr>
          <p:nvPr/>
        </p:nvSpPr>
        <p:spPr>
          <a:xfrm xmlns:a="http://schemas.openxmlformats.org/drawingml/2006/main">
            <a:off x="533400" y="4676775"/>
            <a:ext cx="10706100" cy="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56" name="">
            <a:extLst xmlns:a="http://schemas.openxmlformats.org/drawingml/2006/main">
              <a:ext uri="{FF2B5EF4-FFF2-40B4-BE49-F238E27FC236}">
                <a16:creationId xmlns:a16="http://schemas.microsoft.com/office/drawing/2014/main" id="{36C2B3DA-F72E-4733-B35D-C90ED43AB135}"/>
              </a:ext>
            </a:extLst>
          </p:cNvPr>
          <p:cNvSpPr>
            <a:spLocks xmlns:a="http://schemas.openxmlformats.org/drawingml/2006/main" noGrp="1"/>
          </p:cNvSpPr>
          <p:nvPr/>
        </p:nvSpPr>
        <p:spPr>
          <a:xfrm xmlns:a="http://schemas.openxmlformats.org/drawingml/2006/main">
            <a:off x="533400" y="48387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1" i="0">
                <a:solidFill>
                  <a:srgbClr val="272923"/>
                </a:solidFill>
                <a:latin typeface="Arial"/>
                <a:ea typeface="Arial"/>
                <a:cs typeface="Arial"/>
              </a:defRPr>
            </a:pPr>
            <a:r>
              <a:rPr sz="1125" b="1" i="0">
                <a:solidFill>
                  <a:srgbClr val="272923"/>
                </a:solidFill>
                <a:latin typeface="Arial"/>
                <a:ea typeface="Arial"/>
                <a:cs typeface="Arial"/>
              </a:rPr>
              <a:t>Writing and submission</a:t>
            </a:r>
          </a:p>
        </p:txBody>
      </p:sp>
      <p:sp>
        <p:nvSpPr>
          <p:cNvPr id="57" name="">
            <a:extLst xmlns:a="http://schemas.openxmlformats.org/drawingml/2006/main">
              <a:ext uri="{FF2B5EF4-FFF2-40B4-BE49-F238E27FC236}">
                <a16:creationId xmlns:a16="http://schemas.microsoft.com/office/drawing/2014/main" id="{4C770975-9FFA-4E8F-B339-940093EA16EF}"/>
              </a:ext>
            </a:extLst>
          </p:cNvPr>
          <p:cNvSpPr>
            <a:spLocks xmlns:a="http://schemas.openxmlformats.org/drawingml/2006/main" noGrp="1"/>
          </p:cNvSpPr>
          <p:nvPr/>
        </p:nvSpPr>
        <p:spPr>
          <a:xfrm xmlns:a="http://schemas.openxmlformats.org/drawingml/2006/main">
            <a:off x="8645037" y="4867275"/>
            <a:ext cx="2565888" cy="228600"/>
          </a:xfrm>
          <a:prstGeom xmlns:a="http://schemas.openxmlformats.org/drawingml/2006/main" prst="roundRect">
            <a:avLst>
              <a:gd name="adj" fmla="val 16667"/>
            </a:avLst>
          </a:prstGeom>
          <a:solidFill xmlns:a="http://schemas.openxmlformats.org/drawingml/2006/main">
            <a:srgbClr val="A9492D"/>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AF451D03-CB97-48CA-B429-72695F523C28}"/>
              </a:ext>
            </a:extLst>
          </p:cNvPr>
          <p:cNvSpPr>
            <a:spLocks xmlns:a="http://schemas.openxmlformats.org/drawingml/2006/main" noGrp="1"/>
          </p:cNvSpPr>
          <p:nvPr/>
        </p:nvSpPr>
        <p:spPr>
          <a:xfrm xmlns:a="http://schemas.openxmlformats.org/drawingml/2006/main">
            <a:off x="8645037" y="4867275"/>
            <a:ext cx="256588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750" b="1" i="0">
                <a:solidFill>
                  <a:srgbClr val="FFFFFF"/>
                </a:solidFill>
                <a:latin typeface="Arial"/>
                <a:ea typeface="Arial"/>
                <a:cs typeface="Arial"/>
              </a:defRPr>
            </a:pPr>
            <a:r>
              <a:rPr sz="750" b="1" i="0">
                <a:solidFill>
                  <a:srgbClr val="FFFFFF"/>
                </a:solidFill>
                <a:latin typeface="Arial"/>
                <a:ea typeface="Arial"/>
                <a:cs typeface="Arial"/>
              </a:rPr>
              <a:t>M11 · M13 · M14</a:t>
            </a:r>
          </a:p>
        </p:txBody>
      </p:sp>
      <p:sp>
        <p:nvSpPr>
          <p:cNvPr id="59" name="">
            <a:extLst xmlns:a="http://schemas.openxmlformats.org/drawingml/2006/main">
              <a:ext uri="{FF2B5EF4-FFF2-40B4-BE49-F238E27FC236}">
                <a16:creationId xmlns:a16="http://schemas.microsoft.com/office/drawing/2014/main" id="{698D2381-0D7D-49D5-90F2-3F71D895654D}"/>
              </a:ext>
            </a:extLst>
          </p:cNvPr>
          <p:cNvSpPr>
            <a:spLocks xmlns:a="http://schemas.openxmlformats.org/drawingml/2006/main" noGrp="1"/>
          </p:cNvSpPr>
          <p:nvPr/>
        </p:nvSpPr>
        <p:spPr>
          <a:xfrm xmlns:a="http://schemas.openxmlformats.org/drawingml/2006/main">
            <a:off x="533400" y="5238750"/>
            <a:ext cx="10706100" cy="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60" name="">
            <a:extLst xmlns:a="http://schemas.openxmlformats.org/drawingml/2006/main">
              <a:ext uri="{FF2B5EF4-FFF2-40B4-BE49-F238E27FC236}">
                <a16:creationId xmlns:a16="http://schemas.microsoft.com/office/drawing/2014/main" id="{99D6E836-FBDA-41A5-8188-AE165AC54881}"/>
              </a:ext>
            </a:extLst>
          </p:cNvPr>
          <p:cNvSpPr>
            <a:spLocks xmlns:a="http://schemas.openxmlformats.org/drawingml/2006/main" noGrp="1"/>
          </p:cNvSpPr>
          <p:nvPr/>
        </p:nvSpPr>
        <p:spPr>
          <a:xfrm xmlns:a="http://schemas.openxmlformats.org/drawingml/2006/main">
            <a:off x="533400" y="5524500"/>
            <a:ext cx="209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900" b="1" i="0">
                <a:solidFill>
                  <a:srgbClr val="A9492D"/>
                </a:solidFill>
                <a:latin typeface="Arial"/>
                <a:ea typeface="Arial"/>
                <a:cs typeface="Arial"/>
              </a:defRPr>
            </a:pPr>
            <a:r>
              <a:rPr sz="900" b="1" i="0">
                <a:solidFill>
                  <a:srgbClr val="A9492D"/>
                </a:solidFill>
                <a:latin typeface="Arial"/>
                <a:ea typeface="Arial"/>
                <a:cs typeface="Arial"/>
              </a:rPr>
              <a:t>MILESTONE GATES</a:t>
            </a:r>
          </a:p>
        </p:txBody>
      </p:sp>
      <p:sp>
        <p:nvSpPr>
          <p:cNvPr id="61" name="">
            <a:extLst xmlns:a="http://schemas.openxmlformats.org/drawingml/2006/main">
              <a:ext uri="{FF2B5EF4-FFF2-40B4-BE49-F238E27FC236}">
                <a16:creationId xmlns:a16="http://schemas.microsoft.com/office/drawing/2014/main" id="{CC387986-EB52-4A04-A2BA-20FA107CF21D}"/>
              </a:ext>
            </a:extLst>
          </p:cNvPr>
          <p:cNvSpPr>
            <a:spLocks xmlns:a="http://schemas.openxmlformats.org/drawingml/2006/main" noGrp="1"/>
          </p:cNvSpPr>
          <p:nvPr/>
        </p:nvSpPr>
        <p:spPr>
          <a:xfrm xmlns:a="http://schemas.openxmlformats.org/drawingml/2006/main">
            <a:off x="533400" y="5781675"/>
            <a:ext cx="3429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900" b="0" i="0">
                <a:solidFill>
                  <a:srgbClr val="272923"/>
                </a:solidFill>
                <a:latin typeface="Arial"/>
                <a:ea typeface="Arial"/>
                <a:cs typeface="Arial"/>
              </a:defRPr>
            </a:pPr>
            <a:r>
              <a:rPr sz="900" b="0" i="0">
                <a:solidFill>
                  <a:srgbClr val="272923"/>
                </a:solidFill>
                <a:latin typeface="Arial"/>
                <a:ea typeface="Arial"/>
                <a:cs typeface="Arial"/>
              </a:rPr>
              <a:t>M2  Proposal approved  ·  10 Sep 2026</a:t>
            </a:r>
          </a:p>
          <a:p xmlns:a="http://schemas.openxmlformats.org/drawingml/2006/main">
            <a:pPr>
              <a:buNone/>
              <a:defRPr sz="900" b="0" i="0">
                <a:solidFill>
                  <a:srgbClr val="272923"/>
                </a:solidFill>
                <a:latin typeface="Arial"/>
                <a:ea typeface="Arial"/>
                <a:cs typeface="Arial"/>
              </a:defRPr>
            </a:pPr>
            <a:r>
              <a:rPr sz="900" b="0" i="0">
                <a:solidFill>
                  <a:srgbClr val="272923"/>
                </a:solidFill>
                <a:latin typeface="Arial"/>
                <a:ea typeface="Arial"/>
                <a:cs typeface="Arial"/>
              </a:rPr>
              <a:t>M6  Models selected and tested  ·  30 Nov 2026</a:t>
            </a:r>
          </a:p>
          <a:p xmlns:a="http://schemas.openxmlformats.org/drawingml/2006/main">
            <a:pPr>
              <a:buNone/>
              <a:defRPr sz="900" b="0" i="0">
                <a:solidFill>
                  <a:srgbClr val="272923"/>
                </a:solidFill>
                <a:latin typeface="Arial"/>
                <a:ea typeface="Arial"/>
                <a:cs typeface="Arial"/>
              </a:defRPr>
            </a:pPr>
            <a:r>
              <a:rPr sz="900" b="0" i="0">
                <a:solidFill>
                  <a:srgbClr val="272923"/>
                </a:solidFill>
                <a:latin typeface="Arial"/>
                <a:ea typeface="Arial"/>
                <a:cs typeface="Arial"/>
              </a:rPr>
              <a:t>M8  Intermediate supervisor review  ·  15 Jan 2027</a:t>
            </a:r>
          </a:p>
        </p:txBody>
      </p:sp>
      <p:sp>
        <p:nvSpPr>
          <p:cNvPr id="62" name="">
            <a:extLst xmlns:a="http://schemas.openxmlformats.org/drawingml/2006/main">
              <a:ext uri="{FF2B5EF4-FFF2-40B4-BE49-F238E27FC236}">
                <a16:creationId xmlns:a16="http://schemas.microsoft.com/office/drawing/2014/main" id="{9F771D9B-6663-4B96-BC21-16748493C2F7}"/>
              </a:ext>
            </a:extLst>
          </p:cNvPr>
          <p:cNvSpPr>
            <a:spLocks xmlns:a="http://schemas.openxmlformats.org/drawingml/2006/main" noGrp="1"/>
          </p:cNvSpPr>
          <p:nvPr/>
        </p:nvSpPr>
        <p:spPr>
          <a:xfrm xmlns:a="http://schemas.openxmlformats.org/drawingml/2006/main">
            <a:off x="4152900" y="5781675"/>
            <a:ext cx="3429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900" b="0" i="0">
                <a:solidFill>
                  <a:srgbClr val="272923"/>
                </a:solidFill>
                <a:latin typeface="Arial"/>
                <a:ea typeface="Arial"/>
                <a:cs typeface="Arial"/>
              </a:defRPr>
            </a:pPr>
            <a:r>
              <a:rPr sz="900" b="0" i="0">
                <a:solidFill>
                  <a:srgbClr val="272923"/>
                </a:solidFill>
                <a:latin typeface="Arial"/>
                <a:ea typeface="Arial"/>
                <a:cs typeface="Arial"/>
              </a:rPr>
              <a:t>M10  Uncertainty analysis and reporting  ·  28 Feb 2027</a:t>
            </a:r>
          </a:p>
          <a:p xmlns:a="http://schemas.openxmlformats.org/drawingml/2006/main">
            <a:pPr>
              <a:buNone/>
              <a:defRPr sz="900" b="0" i="0">
                <a:solidFill>
                  <a:srgbClr val="272923"/>
                </a:solidFill>
                <a:latin typeface="Arial"/>
                <a:ea typeface="Arial"/>
                <a:cs typeface="Arial"/>
              </a:defRPr>
            </a:pPr>
            <a:r>
              <a:rPr sz="900" b="0" i="0">
                <a:solidFill>
                  <a:srgbClr val="272923"/>
                </a:solidFill>
                <a:latin typeface="Arial"/>
                <a:ea typeface="Arial"/>
                <a:cs typeface="Arial"/>
              </a:rPr>
              <a:t>M11  First thesis version  ·  31 Mar 2027</a:t>
            </a:r>
          </a:p>
          <a:p xmlns:a="http://schemas.openxmlformats.org/drawingml/2006/main">
            <a:pPr>
              <a:buNone/>
              <a:defRPr sz="900" b="0" i="0">
                <a:solidFill>
                  <a:srgbClr val="272923"/>
                </a:solidFill>
                <a:latin typeface="Arial"/>
                <a:ea typeface="Arial"/>
                <a:cs typeface="Arial"/>
              </a:defRPr>
            </a:pPr>
            <a:r>
              <a:rPr sz="900" b="0" i="0">
                <a:solidFill>
                  <a:srgbClr val="272923"/>
                </a:solidFill>
                <a:latin typeface="Arial"/>
                <a:ea typeface="Arial"/>
                <a:cs typeface="Arial"/>
              </a:rPr>
              <a:t>M12  Final supervisor review  ·  15 Apr 2027</a:t>
            </a:r>
          </a:p>
        </p:txBody>
      </p:sp>
      <p:sp>
        <p:nvSpPr>
          <p:cNvPr id="63" name="">
            <a:extLst xmlns:a="http://schemas.openxmlformats.org/drawingml/2006/main">
              <a:ext uri="{FF2B5EF4-FFF2-40B4-BE49-F238E27FC236}">
                <a16:creationId xmlns:a16="http://schemas.microsoft.com/office/drawing/2014/main" id="{1C1874C1-34FD-43D2-9319-D532D0D81491}"/>
              </a:ext>
            </a:extLst>
          </p:cNvPr>
          <p:cNvSpPr>
            <a:spLocks xmlns:a="http://schemas.openxmlformats.org/drawingml/2006/main" noGrp="1"/>
          </p:cNvSpPr>
          <p:nvPr/>
        </p:nvSpPr>
        <p:spPr>
          <a:xfrm xmlns:a="http://schemas.openxmlformats.org/drawingml/2006/main">
            <a:off x="7772400" y="5781675"/>
            <a:ext cx="3429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900" b="0" i="0">
                <a:solidFill>
                  <a:srgbClr val="272923"/>
                </a:solidFill>
                <a:latin typeface="Arial"/>
                <a:ea typeface="Arial"/>
                <a:cs typeface="Arial"/>
              </a:defRPr>
            </a:pPr>
            <a:r>
              <a:rPr sz="900" b="0" i="0">
                <a:solidFill>
                  <a:srgbClr val="272923"/>
                </a:solidFill>
                <a:latin typeface="Arial"/>
                <a:ea typeface="Arial"/>
                <a:cs typeface="Arial"/>
              </a:rPr>
              <a:t>M13  Final thesis handed in  ·  31 May 2027</a:t>
            </a:r>
          </a:p>
          <a:p xmlns:a="http://schemas.openxmlformats.org/drawingml/2006/main">
            <a:pPr>
              <a:buNone/>
              <a:defRPr sz="900" b="0" i="0">
                <a:solidFill>
                  <a:srgbClr val="272923"/>
                </a:solidFill>
                <a:latin typeface="Arial"/>
                <a:ea typeface="Arial"/>
                <a:cs typeface="Arial"/>
              </a:defRPr>
            </a:pPr>
            <a:r>
              <a:rPr sz="900" b="0" i="0">
                <a:solidFill>
                  <a:srgbClr val="272923"/>
                </a:solidFill>
                <a:latin typeface="Arial"/>
                <a:ea typeface="Arial"/>
                <a:cs typeface="Arial"/>
              </a:rPr>
              <a:t>M14  Paper or extended abstract  ·  15 Jun 2027</a:t>
            </a:r>
          </a:p>
        </p:txBody>
      </p:sp>
      <p:sp>
        <p:nvSpPr>
          <p:cNvPr id="64" name="">
            <a:extLst xmlns:a="http://schemas.openxmlformats.org/drawingml/2006/main">
              <a:ext uri="{FF2B5EF4-FFF2-40B4-BE49-F238E27FC236}">
                <a16:creationId xmlns:a16="http://schemas.microsoft.com/office/drawing/2014/main" id="{EB5E2CC9-8CE4-483A-B4C8-EFFC17B2F846}"/>
              </a:ext>
            </a:extLst>
          </p:cNvPr>
          <p:cNvSpPr>
            <a:spLocks xmlns:a="http://schemas.openxmlformats.org/drawingml/2006/main" noGrp="1"/>
          </p:cNvSpPr>
          <p:nvPr/>
        </p:nvSpPr>
        <p:spPr>
          <a:xfrm xmlns:a="http://schemas.openxmlformats.org/drawingml/2006/main">
            <a:off x="533400" y="6505575"/>
            <a:ext cx="11087100" cy="0"/>
          </a:xfrm>
          <a:prstGeom xmlns:a="http://schemas.openxmlformats.org/drawingml/2006/main" prst="line">
            <a:avLst/>
          </a:prstGeom>
          <a:noFill xmlns:a="http://schemas.openxmlformats.org/drawingml/2006/main"/>
          <a:ln xmlns:a="http://schemas.openxmlformats.org/drawingml/2006/main" w="9525">
            <a:solidFill>
              <a:srgbClr val="C9BFA9"/>
            </a:solidFill>
            <a:prstDash val="solid"/>
          </a:ln>
        </p:spPr>
      </p:sp>
      <p:sp>
        <p:nvSpPr>
          <p:cNvPr id="65" name="">
            <a:extLst xmlns:a="http://schemas.openxmlformats.org/drawingml/2006/main">
              <a:ext uri="{FF2B5EF4-FFF2-40B4-BE49-F238E27FC236}">
                <a16:creationId xmlns:a16="http://schemas.microsoft.com/office/drawing/2014/main" id="{F72AAB5D-1A40-47FA-828B-69E4ED8EF302}"/>
              </a:ext>
            </a:extLst>
          </p:cNvPr>
          <p:cNvSpPr>
            <a:spLocks xmlns:a="http://schemas.openxmlformats.org/drawingml/2006/main" noGrp="1"/>
          </p:cNvSpPr>
          <p:nvPr/>
        </p:nvSpPr>
        <p:spPr>
          <a:xfrm xmlns:a="http://schemas.openxmlformats.org/drawingml/2006/main">
            <a:off x="533400" y="6553200"/>
            <a:ext cx="8763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675" b="1" i="0">
                <a:solidFill>
                  <a:srgbClr val="716B60"/>
                </a:solidFill>
                <a:latin typeface="Arial"/>
                <a:ea typeface="Arial"/>
                <a:cs typeface="Arial"/>
              </a:defRPr>
            </a:pPr>
            <a:r>
              <a:rPr sz="675" b="1" i="0">
                <a:solidFill>
                  <a:srgbClr val="716B60"/>
                </a:solidFill>
                <a:latin typeface="Arial"/>
                <a:ea typeface="Arial"/>
                <a:cs typeface="Arial"/>
              </a:rPr>
              <a:t>TRUSTWORTHY EVALUATION FRAMEWORKS FOR AI-ASSISTED PAINTING RESTORATION</a:t>
            </a:r>
          </a:p>
        </p:txBody>
      </p:sp>
      <p:sp>
        <p:nvSpPr>
          <p:cNvPr id="66" name="">
            <a:extLst xmlns:a="http://schemas.openxmlformats.org/drawingml/2006/main">
              <a:ext uri="{FF2B5EF4-FFF2-40B4-BE49-F238E27FC236}">
                <a16:creationId xmlns:a16="http://schemas.microsoft.com/office/drawing/2014/main" id="{3D5D2D30-297E-4B86-AE87-EFAA0270C5ED}"/>
              </a:ext>
            </a:extLst>
          </p:cNvPr>
          <p:cNvSpPr>
            <a:spLocks xmlns:a="http://schemas.openxmlformats.org/drawingml/2006/main" noGrp="1"/>
          </p:cNvSpPr>
          <p:nvPr/>
        </p:nvSpPr>
        <p:spPr>
          <a:xfrm xmlns:a="http://schemas.openxmlformats.org/drawingml/2006/main">
            <a:off x="9334500" y="6553200"/>
            <a:ext cx="2286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675" b="1" i="0">
                <a:solidFill>
                  <a:srgbClr val="716B60"/>
                </a:solidFill>
                <a:latin typeface="Arial"/>
                <a:ea typeface="Arial"/>
                <a:cs typeface="Arial"/>
              </a:defRPr>
            </a:pPr>
            <a:r>
              <a:rPr sz="675" b="1" i="0">
                <a:solidFill>
                  <a:srgbClr val="716B60"/>
                </a:solidFill>
                <a:latin typeface="Arial"/>
                <a:ea typeface="Arial"/>
                <a:cs typeface="Arial"/>
              </a:rPr>
              <a:t>RAHUL MADDINENI  •  5/5</a:t>
            </a:r>
          </a:p>
        </p:txBody>
      </p:sp>
    </p:spTree>
    <p:extLst>
      <p:ext uri="{BB962C8B-B14F-4D97-AF65-F5344CB8AC3E}">
        <p14:creationId xmlns:p14="http://schemas.microsoft.com/office/powerpoint/2010/main" val="4613925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2026-09-10T08:50:26.2560000Z</dcterms:created>
  <dcterms:modified xsi:type="dcterms:W3CDTF">2026-09-10T08:50:26.2560000Z</dcterms:modified>
</coreProperties>
</file>